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8f651f6d1c9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958f1c32245e4d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e6e8b30f3a7742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jpg" Id="Rcbeb3fad000849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MarkMyWord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f1c32245e4d6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3337878"/>
            <a:ext cx="6308724" cy="3154362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e6e8b30f3a774280"/>
              </a:rPr>
              <a:t>MarkMyDeck on GitHub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Images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an embedded image: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b3fad000849e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2377758"/>
            <a:ext cx="7620000" cy="38100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