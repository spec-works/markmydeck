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jpg" ContentType="image/jpeg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Masters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25245d6859e4420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Id1"/>
  </p:sldMasterIdLst>
  <p:sldIdLst>
    <p:sldId xmlns:r="http://schemas.openxmlformats.org/officeDocument/2006/relationships" id="256" r:id="rId2"/>
    <p:sldId xmlns:r="http://schemas.openxmlformats.org/officeDocument/2006/relationships" id="257" r:id="rId3"/>
    <p:sldId xmlns:r="http://schemas.openxmlformats.org/officeDocument/2006/relationships" id="258" r:id="rId4"/>
    <p:sldId xmlns:r="http://schemas.openxmlformats.org/officeDocument/2006/relationships" id="259" r:id="rId5"/>
    <p:sldId xmlns:r="http://schemas.openxmlformats.org/officeDocument/2006/relationships" id="260" r:id="rId6"/>
    <p:sldId xmlns:r="http://schemas.openxmlformats.org/officeDocument/2006/relationships" id="261" r:id="rId7"/>
    <p:sldId xmlns:r="http://schemas.openxmlformats.org/officeDocument/2006/relationships" id="262" r:id="rId8"/>
    <p:sldId xmlns:r="http://schemas.openxmlformats.org/officeDocument/2006/relationships" id="263" r:id="rId9"/>
    <p:sldId xmlns:r="http://schemas.openxmlformats.org/officeDocument/2006/relationships" id="264" r:id="rId10"/>
  </p:sldIdLst>
  <p:sldSz cx="9144000" cy="6858000" type="custom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slide" Target="/ppt/slides/slide1.xml" Id="rId2" /><Relationship Type="http://schemas.openxmlformats.org/officeDocument/2006/relationships/slide" Target="/ppt/slides/slide2.xml" Id="rId3" /><Relationship Type="http://schemas.openxmlformats.org/officeDocument/2006/relationships/slide" Target="/ppt/slides/slide3.xml" Id="rId4" /><Relationship Type="http://schemas.openxmlformats.org/officeDocument/2006/relationships/slide" Target="/ppt/slides/slide4.xml" Id="rId5" /><Relationship Type="http://schemas.openxmlformats.org/officeDocument/2006/relationships/slide" Target="/ppt/slides/slide5.xml" Id="rId6" /><Relationship Type="http://schemas.openxmlformats.org/officeDocument/2006/relationships/slide" Target="/ppt/slides/slide6.xml" Id="rId7" /><Relationship Type="http://schemas.openxmlformats.org/officeDocument/2006/relationships/slide" Target="/ppt/slides/slide7.xml" Id="rId8" /><Relationship Type="http://schemas.openxmlformats.org/officeDocument/2006/relationships/slide" Target="/ppt/slides/slide8.xml" Id="rId9" /><Relationship Type="http://schemas.openxmlformats.org/officeDocument/2006/relationships/slide" Target="/ppt/slides/slide9.xml" Id="rId10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slideLayout1.xml><?xml version="1.0" encoding="utf-8"?>
<p:sldLayout xmlns:p="http://schemas.openxmlformats.org/presentationml/2006/main" type="blank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slideMasters/theme/theme1.xml" Id="rId2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</p:sldLayoutIdLst>
</p:sldMaster>
</file>

<file path=ppt/slideMasters/theme/theme1.xml><?xml version="1.0" encoding="utf-8"?>
<a:theme xmlns:a="http://schemas.openxmlformats.org/drawingml/2006/main" name="MarkMyDeck Theme">
  <a:themeElements>
    <a:clrScheme name="MarkMyDeck">
      <a:dk1>
        <a:srgbClr val="1B3A5C"/>
      </a:dk1>
      <a:lt1>
        <a:srgbClr val="FAFBFC"/>
      </a:lt1>
      <a:dk2>
        <a:srgbClr val="2D2D2D"/>
      </a:dk2>
      <a:lt2>
        <a:srgbClr val="F0F4F8"/>
      </a:lt2>
      <a:accent1>
        <a:srgbClr val="2E86DE"/>
      </a:accent1>
      <a:accent2>
        <a:srgbClr val="10AC84"/>
      </a:accent2>
      <a:accent3>
        <a:srgbClr val="EE5A24"/>
      </a:accent3>
      <a:accent4>
        <a:srgbClr val="6C5CE7"/>
      </a:accent4>
      <a:accent5>
        <a:srgbClr val="FDA7DF"/>
      </a:accent5>
      <a:accent6>
        <a:srgbClr val="F9CA24"/>
      </a:accent6>
      <a:hlink>
        <a:srgbClr val="2E86DE"/>
      </a:hlink>
      <a:folHlink>
        <a:srgbClr val="6C5CE7"/>
      </a:folHlink>
    </a:clrScheme>
    <a:fontScheme name="MarkMyDeck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MarkMyDeck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</a:ln>
        <a:ln w="12700" cap="flat" cmpd="sng" algn="ctr">
          <a:solidFill>
            <a:schemeClr val="phClr"/>
          </a:solidFill>
        </a:ln>
        <a:ln w="19050" cap="flat" cmpd="sng" algn="ctr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image" Target="/ppt/media/image.jpg" Id="R5994e929cb5b4f0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hyperlink" Target="https://github.com/spec-works/MarkMyDeck" TargetMode="External" Id="R69012975fae54ce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image" Target="/ppt/media/image2.jpg" Id="R3fc137e4f899429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AccentLin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91440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6D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638"/>
            <a:ext cx="7863840" cy="8223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ctr"/>
          <a:lstStyle xmlns:a="http://schemas.openxmlformats.org/drawingml/2006/main"/>
          <a:p xmlns:a="http://schemas.openxmlformats.org/drawingml/2006/main">
            <a:r>
              <a:rPr lang="en-US" sz="3600" b="0" dirty="0">
                <a:solidFill>
                  <a:srgbClr val="2D2D2D"/>
                </a:solidFill>
                <a:latin typeface="Segoe UI"/>
              </a:rPr>
              <a:t>MarkMyDeck Demo</a:t>
            </a:r>
          </a:p>
        </p:txBody>
      </p:sp>
      <p:sp>
        <p:nvSpPr>
          <p:cNvPr id="5" name="Conten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6238"/>
            <a:ext cx="7863840" cy="4846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t"/>
          <a:lstStyle xmlns:a="http://schemas.openxmlformats.org/drawingml/2006/main"/>
          <a:p xmlns:a="http://schemas.openxmlformats.org/drawingml/2006/main">
            <a:r>
              <a:rPr lang="en-US" sz="1800" dirty="0">
                <a:solidFill>
                  <a:srgbClr val="2D2D2D"/>
                </a:solidFill>
                <a:latin typeface="Segoe UI"/>
              </a:rPr>
              <a:t>Welcome to MarkMyDeck — a Markdown to PowerPoint converter.</a:t>
            </a:r>
          </a:p>
        </p:txBody>
      </p:sp>
    </p:spTree>
  </p:cSld>
  <p:clrMapOvr>
    <a:masterClrMapping xmlns:a="http://schemas.openxmlformats.org/drawingml/2006/main"/>
  </p:clrMapOvr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AccentLin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91440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6D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638"/>
            <a:ext cx="7863840" cy="8223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ctr"/>
          <a:lstStyle xmlns:a="http://schemas.openxmlformats.org/drawingml/2006/main"/>
          <a:p xmlns:a="http://schemas.openxmlformats.org/drawingml/2006/main">
            <a:r>
              <a:rPr lang="en-US" sz="3000" b="0" dirty="0">
                <a:solidFill>
                  <a:srgbClr val="2D2D2D"/>
                </a:solidFill>
                <a:latin typeface="Segoe UI"/>
              </a:rPr>
              <a:t>Features</a:t>
            </a:r>
          </a:p>
        </p:txBody>
      </p:sp>
      <p:sp>
        <p:nvSpPr>
          <p:cNvPr id="5" name="Conten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6238"/>
            <a:ext cx="786384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t"/>
          <a:lstStyle xmlns:a="http://schemas.openxmlformats.org/drawingml/2006/main"/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Convert Markdown to </a:t>
            </a:r>
            <a:r>
              <a:rPr lang="en-US" sz="1300" dirty="0">
                <a:solidFill>
                  <a:srgbClr val="2D2D2D"/>
                </a:solidFill>
                <a:latin typeface="Cascadia Code"/>
              </a:rPr>
              <a:t>.pptx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 presentations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Syntax highlighting for code blocks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Tables, lists, links, and more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Built with the same libraries as </a:t>
            </a:r>
            <a:r>
              <a:rPr lang="en-US" sz="1800" b="1" dirty="0">
                <a:solidFill>
                  <a:srgbClr val="2D2D2D"/>
                </a:solidFill>
                <a:latin typeface="Segoe UI"/>
              </a:rPr>
              <a:t>MarkMyWord</a:t>
            </a:r>
          </a:p>
          <a:p xmlns:a="http://schemas.openxmlformats.org/drawingml/2006/main"/>
        </p:txBody>
      </p:sp>
      <p:pic>
        <p:nvPicPr>
          <p:cNvPr id="6" name="Imag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94e929cb5b4f02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40080" y="3337878"/>
            <a:ext cx="7543800" cy="3771900"/>
          </a:xfrm>
          <a:prstGeom xmlns:a="http://schemas.openxmlformats.org/drawingml/2006/main" prst="rect">
            <a:avLst/>
          </a:prstGeom>
        </p:spPr>
      </p:pic>
    </p:spTree>
  </p:cSld>
  <p:clrMapOvr>
    <a:masterClrMapping xmlns:a="http://schemas.openxmlformats.org/drawingml/2006/main"/>
  </p:clrMapOvr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AccentLin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91440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6D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638"/>
            <a:ext cx="7863840" cy="8223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ctr"/>
          <a:lstStyle xmlns:a="http://schemas.openxmlformats.org/drawingml/2006/main"/>
          <a:p xmlns:a="http://schemas.openxmlformats.org/drawingml/2006/main">
            <a:r>
              <a:rPr lang="en-US" sz="3000" b="0" dirty="0">
                <a:solidFill>
                  <a:srgbClr val="2D2D2D"/>
                </a:solidFill>
                <a:latin typeface="Segoe UI"/>
              </a:rPr>
              <a:t>Code Example</a:t>
            </a:r>
          </a:p>
        </p:txBody>
      </p:sp>
      <p:sp>
        <p:nvSpPr>
          <p:cNvPr id="5" name="Conten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6238"/>
            <a:ext cx="786384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t"/>
          <a:lstStyle xmlns:a="http://schemas.openxmlformats.org/drawingml/2006/main"/>
          <a:p xmlns:a="http://schemas.openxmlformats.org/drawingml/2006/main">
            <a:r>
              <a:rPr lang="en-US" sz="1800" dirty="0">
                <a:solidFill>
                  <a:srgbClr val="2D2D2D"/>
                </a:solidFill>
                <a:latin typeface="Segoe UI"/>
              </a:rPr>
              <a:t>Here's a JSON snippet with syntax highlighting:</a:t>
            </a:r>
          </a:p>
        </p:txBody>
      </p:sp>
      <p:sp>
        <p:nvSpPr>
          <p:cNvPr id="6" name="Code 7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057718"/>
            <a:ext cx="7863840" cy="1569714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1E2E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82880" tIns="91440" rIns="182880" bIns="91440" rtlCol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89DCEB"/>
                </a:solidFill>
                <a:latin typeface="Cascadia Code"/>
              </a:rPr>
              <a:t>{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</a:t>
            </a:r>
            <a:r>
              <a:rPr lang="en-US" sz="1300" dirty="0">
                <a:solidFill>
                  <a:srgbClr val="74C7EC"/>
                </a:solidFill>
                <a:latin typeface="Cascadia Code"/>
              </a:rPr>
              <a:t>"name"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: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A6E3A1"/>
                </a:solidFill>
                <a:latin typeface="Cascadia Code"/>
              </a:rPr>
              <a:t>"MarkMyDeck"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</a:t>
            </a:r>
            <a:r>
              <a:rPr lang="en-US" sz="1300" dirty="0">
                <a:solidFill>
                  <a:srgbClr val="74C7EC"/>
                </a:solidFill>
                <a:latin typeface="Cascadia Code"/>
              </a:rPr>
              <a:t>"version"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: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A6E3A1"/>
                </a:solidFill>
                <a:latin typeface="Cascadia Code"/>
              </a:rPr>
              <a:t>"0.1.0"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</a:t>
            </a:r>
            <a:r>
              <a:rPr lang="en-US" sz="1300" dirty="0">
                <a:solidFill>
                  <a:srgbClr val="74C7EC"/>
                </a:solidFill>
                <a:latin typeface="Cascadia Code"/>
              </a:rPr>
              <a:t>"features"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: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[</a:t>
            </a:r>
            <a:r>
              <a:rPr lang="en-US" sz="1300" dirty="0">
                <a:solidFill>
                  <a:srgbClr val="A6E3A1"/>
                </a:solidFill>
                <a:latin typeface="Cascadia Code"/>
              </a:rPr>
              <a:t>"slides"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,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A6E3A1"/>
                </a:solidFill>
                <a:latin typeface="Cascadia Code"/>
              </a:rPr>
              <a:t>"code"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,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A6E3A1"/>
                </a:solidFill>
                <a:latin typeface="Cascadia Code"/>
              </a:rPr>
              <a:t>"tables"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]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</a:t>
            </a:r>
            <a:r>
              <a:rPr lang="en-US" sz="1300" dirty="0">
                <a:solidFill>
                  <a:srgbClr val="74C7EC"/>
                </a:solidFill>
                <a:latin typeface="Cascadia Code"/>
              </a:rPr>
              <a:t>"enabled"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: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BA6F7"/>
                </a:solidFill>
                <a:latin typeface="Cascadia Code"/>
              </a:rPr>
              <a:t>true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89DCEB"/>
                </a:solidFill>
                <a:latin typeface="Cascadia Code"/>
              </a:rPr>
              <a:t>}</a:t>
            </a:r>
          </a:p>
        </p:txBody>
      </p:sp>
    </p:spTree>
  </p:cSld>
  <p:clrMapOvr>
    <a:masterClrMapping xmlns:a="http://schemas.openxmlformats.org/drawingml/2006/main"/>
  </p:clrMapOvr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AccentLin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91440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6D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638"/>
            <a:ext cx="7863840" cy="8223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ctr"/>
          <a:lstStyle xmlns:a="http://schemas.openxmlformats.org/drawingml/2006/main"/>
          <a:p xmlns:a="http://schemas.openxmlformats.org/drawingml/2006/main">
            <a:r>
              <a:rPr lang="en-US" sz="3000" b="0" dirty="0">
                <a:solidFill>
                  <a:srgbClr val="2D2D2D"/>
                </a:solidFill>
                <a:latin typeface="Segoe UI"/>
              </a:rPr>
              <a:t>Bash Example</a:t>
            </a:r>
          </a:p>
        </p:txBody>
      </p:sp>
      <p:sp>
        <p:nvSpPr>
          <p:cNvPr id="5" name="Code 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6238"/>
            <a:ext cx="7863840" cy="1338575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1E2E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82880" tIns="91440" rIns="182880" bIns="91440" rtlCol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6C7086"/>
                </a:solidFill>
                <a:latin typeface="Cascadia Code"/>
              </a:rPr>
              <a:t>#!/bin/bash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89B4FA"/>
                </a:solidFill>
                <a:latin typeface="Cascadia Code"/>
              </a:rPr>
              <a:t>echo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A6E3A1"/>
                </a:solidFill>
                <a:latin typeface="Cascadia Code"/>
              </a:rPr>
              <a:t>"Converting markdown to slides..."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BA6F7"/>
                </a:solidFill>
                <a:latin typeface="Cascadia Code"/>
              </a:rPr>
              <a:t>for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file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BA6F7"/>
                </a:solidFill>
                <a:latin typeface="Cascadia Code"/>
              </a:rPr>
              <a:t>in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*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.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md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;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BA6F7"/>
                </a:solidFill>
                <a:latin typeface="Cascadia Code"/>
              </a:rPr>
              <a:t>do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markmydeck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convert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-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i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A6E3A1"/>
                </a:solidFill>
                <a:latin typeface="Cascadia Code"/>
              </a:rPr>
              <a:t>"$file"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BA6F7"/>
                </a:solidFill>
                <a:latin typeface="Cascadia Code"/>
              </a:rPr>
              <a:t>done</a:t>
            </a:r>
          </a:p>
        </p:txBody>
      </p:sp>
    </p:spTree>
  </p:cSld>
  <p:clrMapOvr>
    <a:masterClrMapping xmlns:a="http://schemas.openxmlformats.org/drawingml/2006/main"/>
  </p:clrMapOvr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AccentLin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91440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6D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638"/>
            <a:ext cx="7863840" cy="8223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ctr"/>
          <a:lstStyle xmlns:a="http://schemas.openxmlformats.org/drawingml/2006/main"/>
          <a:p xmlns:a="http://schemas.openxmlformats.org/drawingml/2006/main">
            <a:r>
              <a:rPr lang="en-US" sz="3000" b="0" dirty="0">
                <a:solidFill>
                  <a:srgbClr val="2D2D2D"/>
                </a:solidFill>
                <a:latin typeface="Segoe UI"/>
              </a:rPr>
              <a:t>Tables</a:t>
            </a:r>
          </a:p>
        </p:txBody>
      </p:sp>
      <p:graphicFrame>
        <p:nvGraphicFramePr>
          <p:cNvPr id="5" name="Table 6"/>
          <p:cNvGraphicFramePr/>
          <p:nvPr/>
        </p:nvGraphicFramePr>
        <p:xfrm>
          <a:off xmlns:a="http://schemas.openxmlformats.org/drawingml/2006/main" x="640080" y="1646238"/>
          <a:ext xmlns:a="http://schemas.openxmlformats.org/drawingml/2006/main" cx="7863840" cy="256032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931920"/>
                <a:gridCol w="3931920"/>
              </a:tblGrid>
              <a:tr h="365760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Segoe UI"/>
                        </a:rPr>
                        <a:t>Feature</a:t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Segoe UI"/>
                        </a:rPr>
                        <a:t>Status</a:t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  <a:solidFill>
                      <a:srgbClr val="1B3A5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>Headings</a:t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>✅ Supported</a:t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>Bold/Italic</a:t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>✅ Supported</a:t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  <a:solidFill>
                      <a:srgbClr val="F0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>Code Blocks</a:t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>✅ Supported</a:t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>Tables</a:t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>✅ Supported</a:t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  <a:solidFill>
                      <a:srgbClr val="F0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>Lists</a:t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>✅ Supported</a:t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>Links</a:t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>✅ Supported</a:t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</p:spTree>
  </p:cSld>
  <p:clrMapOvr>
    <a:masterClrMapping xmlns:a="http://schemas.openxmlformats.org/drawingml/2006/main"/>
  </p:clrMapOvr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AccentLin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91440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6D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638"/>
            <a:ext cx="7863840" cy="8223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ctr"/>
          <a:lstStyle xmlns:a="http://schemas.openxmlformats.org/drawingml/2006/main"/>
          <a:p xmlns:a="http://schemas.openxmlformats.org/drawingml/2006/main">
            <a:r>
              <a:rPr lang="en-US" sz="3000" b="0" dirty="0">
                <a:solidFill>
                  <a:srgbClr val="2D2D2D"/>
                </a:solidFill>
                <a:latin typeface="Segoe UI"/>
              </a:rPr>
              <a:t>Lists</a:t>
            </a:r>
          </a:p>
        </p:txBody>
      </p:sp>
      <p:sp>
        <p:nvSpPr>
          <p:cNvPr id="5" name="Conten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6238"/>
            <a:ext cx="7863840" cy="4846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t"/>
          <a:lstStyle xmlns:a="http://schemas.openxmlformats.org/drawingml/2006/main"/>
          <a:p xmlns:a="http://schemas.openxmlformats.org/drawingml/2006/main">
            <a:pPr>
              <a:spcBef>
                <a:spcPts val="600"/>
              </a:spcBef>
            </a:pPr>
            <a:r>
              <a:rPr lang="en-US" sz="2400" b="1" dirty="0">
                <a:solidFill>
                  <a:srgbClr val="2D2D2D"/>
                </a:solidFill>
                <a:latin typeface="Segoe UI"/>
              </a:rPr>
              <a:t>Unordered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First item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Second item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Third item with </a:t>
            </a:r>
            <a:r>
              <a:rPr lang="en-US" sz="1800" b="1" dirty="0">
                <a:solidFill>
                  <a:srgbClr val="2D2D2D"/>
                </a:solidFill>
                <a:latin typeface="Segoe UI"/>
              </a:rPr>
              <a:t>bold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 text</a:t>
            </a:r>
          </a:p>
          <a:p xmlns:a="http://schemas.openxmlformats.org/drawingml/2006/main">
            <a:pPr>
              <a:spcBef>
                <a:spcPts val="600"/>
              </a:spcBef>
            </a:pPr>
            <a:r>
              <a:rPr lang="en-US" sz="2400" b="1" dirty="0">
                <a:solidFill>
                  <a:srgbClr val="2D2D2D"/>
                </a:solidFill>
                <a:latin typeface="Segoe UI"/>
              </a:rPr>
              <a:t>Ordered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1.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Step one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2.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Step two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3.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Step three</a:t>
            </a:r>
          </a:p>
        </p:txBody>
      </p:sp>
    </p:spTree>
  </p:cSld>
  <p:clrMapOvr>
    <a:masterClrMapping xmlns:a="http://schemas.openxmlformats.org/drawingml/2006/main"/>
  </p:clrMapOvr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AccentLin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91440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6D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638"/>
            <a:ext cx="7863840" cy="8223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ctr"/>
          <a:lstStyle xmlns:a="http://schemas.openxmlformats.org/drawingml/2006/main"/>
          <a:p xmlns:a="http://schemas.openxmlformats.org/drawingml/2006/main">
            <a:r>
              <a:rPr lang="en-US" sz="3000" b="0" dirty="0">
                <a:solidFill>
                  <a:srgbClr val="2D2D2D"/>
                </a:solidFill>
                <a:latin typeface="Segoe UI"/>
              </a:rPr>
              <a:t>Links and Formatting</a:t>
            </a:r>
          </a:p>
        </p:txBody>
      </p:sp>
      <p:sp>
        <p:nvSpPr>
          <p:cNvPr id="5" name="Conten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6238"/>
            <a:ext cx="7863840" cy="4846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t"/>
          <a:lstStyle xmlns:a="http://schemas.openxmlformats.org/drawingml/2006/main"/>
          <a:p xmlns:a="http://schemas.openxmlformats.org/drawingml/2006/main">
            <a:r>
              <a:rPr lang="en-US" sz="1800" dirty="0">
                <a:solidFill>
                  <a:srgbClr val="2D2D2D"/>
                </a:solidFill>
                <a:latin typeface="Segoe UI"/>
              </a:rPr>
              <a:t>Visit </a:t>
            </a:r>
            <a:r>
              <a:rPr lang="en-US" sz="1800" u="sng" dirty="0">
                <a:solidFill>
                  <a:srgbClr val="2E86DE"/>
                </a:solidFill>
                <a:latin typeface="Segoe UI"/>
                <a:hlinkClick xmlns:r="http://schemas.openxmlformats.org/officeDocument/2006/relationships" r:id="R69012975fae54ce4"/>
              </a:rPr>
              <a:t>MarkMyDeck on GitHub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 for more info.</a:t>
            </a:r>
          </a:p>
          <a:p xmlns:a="http://schemas.openxmlformats.org/drawingml/2006/main">
            <a:r>
              <a:rPr lang="en-US" sz="1800" dirty="0">
                <a:solidFill>
                  <a:srgbClr val="2D2D2D"/>
                </a:solidFill>
                <a:latin typeface="Segoe UI"/>
              </a:rPr>
              <a:t>This text has </a:t>
            </a:r>
            <a:r>
              <a:rPr lang="en-US" sz="1800" b="1" dirty="0">
                <a:solidFill>
                  <a:srgbClr val="2D2D2D"/>
                </a:solidFill>
                <a:latin typeface="Segoe UI"/>
              </a:rPr>
              <a:t>bold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, </a:t>
            </a:r>
            <a:r>
              <a:rPr lang="en-US" sz="1800" i="1" dirty="0">
                <a:solidFill>
                  <a:srgbClr val="2D2D2D"/>
                </a:solidFill>
                <a:latin typeface="Segoe UI"/>
              </a:rPr>
              <a:t>italic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, and </a:t>
            </a:r>
            <a:r>
              <a:rPr lang="en-US" sz="1300" dirty="0">
                <a:solidFill>
                  <a:srgbClr val="2D2D2D"/>
                </a:solidFill>
                <a:latin typeface="Cascadia Code"/>
              </a:rPr>
              <a:t>inline code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 formatting.</a:t>
            </a:r>
          </a:p>
          <a:p xmlns:a="http://schemas.openxmlformats.org/drawingml/2006/main">
            <a:pPr>
              <a:spcBef>
                <a:spcPts val="200"/>
              </a:spcBef>
            </a:pPr>
            <a:r>
              <a:rPr lang="en-US" sz="1800" i="1" dirty="0">
                <a:latin typeface="Segoe UI"/>
              </a:rPr>
              <a:t>    </a:t>
            </a:r>
            <a:r>
              <a:rPr lang="en-US" sz="1800" i="1" dirty="0">
                <a:solidFill>
                  <a:srgbClr val="2D2D2D"/>
                </a:solidFill>
                <a:latin typeface="Segoe UI"/>
              </a:rPr>
              <a:t>This is a block quote — great for callouts and notes.</a:t>
            </a:r>
          </a:p>
        </p:txBody>
      </p:sp>
    </p:spTree>
  </p:cSld>
  <p:clrMapOvr>
    <a:masterClrMapping xmlns:a="http://schemas.openxmlformats.org/drawingml/2006/main"/>
  </p:clrMapOvr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AccentLin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91440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6D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638"/>
            <a:ext cx="7863840" cy="8223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ctr"/>
          <a:lstStyle xmlns:a="http://schemas.openxmlformats.org/drawingml/2006/main"/>
          <a:p xmlns:a="http://schemas.openxmlformats.org/drawingml/2006/main">
            <a:r>
              <a:rPr lang="en-US" sz="3600" b="0" dirty="0">
                <a:solidFill>
                  <a:srgbClr val="2D2D2D"/>
                </a:solidFill>
                <a:latin typeface="Segoe UI"/>
              </a:rPr>
              <a:t>Thank You!</a:t>
            </a:r>
          </a:p>
        </p:txBody>
      </p:sp>
      <p:sp>
        <p:nvSpPr>
          <p:cNvPr id="5" name="Conten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6238"/>
            <a:ext cx="7863840" cy="4846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t"/>
          <a:lstStyle xmlns:a="http://schemas.openxmlformats.org/drawingml/2006/main"/>
          <a:p xmlns:a="http://schemas.openxmlformats.org/drawingml/2006/main">
            <a:r>
              <a:rPr lang="en-US" sz="1800" dirty="0">
                <a:solidFill>
                  <a:srgbClr val="2D2D2D"/>
                </a:solidFill>
                <a:latin typeface="Segoe UI"/>
              </a:rPr>
              <a:t>Built with Markdig, DocumentFormat.OpenXml, and ColorCode.Core.</a:t>
            </a:r>
          </a:p>
        </p:txBody>
      </p:sp>
    </p:spTree>
  </p:cSld>
  <p:clrMapOvr>
    <a:masterClrMapping xmlns:a="http://schemas.openxmlformats.org/drawingml/2006/main"/>
  </p:clrMapOvr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AccentLin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91440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6D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638"/>
            <a:ext cx="7863840" cy="8223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ctr"/>
          <a:lstStyle xmlns:a="http://schemas.openxmlformats.org/drawingml/2006/main"/>
          <a:p xmlns:a="http://schemas.openxmlformats.org/drawingml/2006/main">
            <a:r>
              <a:rPr lang="en-US" sz="3600" b="0" dirty="0">
                <a:solidFill>
                  <a:srgbClr val="2D2D2D"/>
                </a:solidFill>
                <a:latin typeface="Segoe UI"/>
              </a:rPr>
              <a:t>Images</a:t>
            </a:r>
          </a:p>
        </p:txBody>
      </p:sp>
      <p:sp>
        <p:nvSpPr>
          <p:cNvPr id="5" name="Conten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6238"/>
            <a:ext cx="786384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t"/>
          <a:lstStyle xmlns:a="http://schemas.openxmlformats.org/drawingml/2006/main"/>
          <a:p xmlns:a="http://schemas.openxmlformats.org/drawingml/2006/main">
            <a:r>
              <a:rPr lang="en-US" sz="1800" dirty="0">
                <a:solidFill>
                  <a:srgbClr val="2D2D2D"/>
                </a:solidFill>
                <a:latin typeface="Segoe UI"/>
              </a:rPr>
              <a:t>Here's an embedded image:</a:t>
            </a:r>
          </a:p>
          <a:p xmlns:a="http://schemas.openxmlformats.org/drawingml/2006/main"/>
        </p:txBody>
      </p:sp>
      <p:pic>
        <p:nvPicPr>
          <p:cNvPr id="6" name="Imag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c137e4f899429f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40080" y="2377758"/>
            <a:ext cx="7543800" cy="3771900"/>
          </a:xfrm>
          <a:prstGeom xmlns:a="http://schemas.openxmlformats.org/drawingml/2006/main" prst="rect">
            <a:avLst/>
          </a:prstGeom>
        </p:spPr>
      </p:pic>
    </p:spTree>
  </p:cSld>
  <p:clrMapOvr>
    <a:masterClrMapping xmlns:a="http://schemas.openxmlformats.org/drawingml/2006/main"/>
  </p:clrMapOvr>
</p:sld>
</file>