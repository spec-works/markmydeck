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97a8a623873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BB86FC"/>
      </a:dk1>
      <a:lt1>
        <a:srgbClr val="1E1E1E"/>
      </a:lt1>
      <a:dk2>
        <a:srgbClr val="CCCCCC"/>
      </a:dk2>
      <a:lt2>
        <a:srgbClr val="252525"/>
      </a:lt2>
      <a:accent1>
        <a:srgbClr val="03DAC6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03DAC6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spec-works/MarkMyDeck" TargetMode="External" Id="R5fe7e50fdbfd4a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DA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CCCCCC"/>
                </a:solidFill>
                <a:latin typeface="Segoe UI"/>
              </a:rPr>
              <a:t>MarkMyDeck Demo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CCCCCC"/>
                </a:solidFill>
                <a:latin typeface="Segoe UI"/>
              </a:rPr>
              <a:t>Welcome to MarkMyDeck — a Markdown to PowerPoint converter.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DA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CCCCCC"/>
                </a:solidFill>
                <a:latin typeface="Segoe U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CCCCCC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Convert Markdown to </a:t>
            </a:r>
            <a:r>
              <a:rPr lang="en-US" sz="1300" dirty="0">
                <a:solidFill>
                  <a:srgbClr val="CCCCCC"/>
                </a:solidFill>
                <a:latin typeface="Cascadia Code"/>
              </a:rPr>
              <a:t>.pptx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 presentations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CCCCCC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Syntax highlighting for code blocks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CCCCCC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Tables, lists, links, and more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CCCCCC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Built with the same libraries as </a:t>
            </a:r>
            <a:r>
              <a:rPr lang="en-US" sz="1800" b="1" dirty="0">
                <a:solidFill>
                  <a:srgbClr val="CCCCCC"/>
                </a:solidFill>
                <a:latin typeface="Segoe UI"/>
              </a:rPr>
              <a:t>MarkMyWord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DA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CCCCCC"/>
                </a:solidFill>
                <a:latin typeface="Segoe UI"/>
              </a:rPr>
              <a:t>Code Example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CCCCCC"/>
                </a:solidFill>
                <a:latin typeface="Segoe UI"/>
              </a:rPr>
              <a:t>Here's a JSON snippet with syntax highlighting: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56971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"MarkMyDeck"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"version"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"0.1.0"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"features"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"slides"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"code"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"tables"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"enabled"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DA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CCCCCC"/>
                </a:solidFill>
                <a:latin typeface="Segoe UI"/>
              </a:rPr>
              <a:t>Bash Example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echo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"Converting markdown to slides..."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for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in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*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;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markmydeck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"$file"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done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DA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CCCCCC"/>
                </a:solidFill>
                <a:latin typeface="Segoe UI"/>
              </a:rPr>
              <a:t>Tables</a:t>
            </a:r>
          </a:p>
        </p:txBody>
      </p:sp>
      <p:graphicFrame>
        <p:nvGraphicFramePr>
          <p:cNvPr id="5" name="Table 6"/>
          <p:cNvGraphicFramePr/>
          <p:nvPr/>
        </p:nvGraphicFramePr>
        <p:xfrm>
          <a:off xmlns:a="http://schemas.openxmlformats.org/drawingml/2006/main" x="640080" y="1646238"/>
          <a:ext xmlns:a="http://schemas.openxmlformats.org/drawingml/2006/main" cx="7863840" cy="256032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E0E0E0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E0E0E0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Headings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Bold/Italic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  <a:solidFill>
                      <a:srgbClr val="252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Code Blocks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Tables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  <a:solidFill>
                      <a:srgbClr val="252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Lists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Links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CCCC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DA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CCCCCC"/>
                </a:solidFill>
                <a:latin typeface="Segoe UI"/>
              </a:rPr>
              <a:t>Lists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CCCCCC"/>
                </a:solidFill>
                <a:latin typeface="Segoe UI"/>
              </a:rPr>
              <a:t>Unordered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CCCCCC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First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CCCCCC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Second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CCCCCC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Third item with </a:t>
            </a:r>
            <a:r>
              <a:rPr lang="en-US" sz="1800" b="1" dirty="0">
                <a:solidFill>
                  <a:srgbClr val="CCCCCC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 text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CCCCCC"/>
                </a:solidFill>
                <a:latin typeface="Segoe UI"/>
              </a:rPr>
              <a:t>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CCCCCC"/>
                </a:solidFill>
                <a:latin typeface="Segoe UI"/>
              </a:rPr>
              <a:t>1. 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Step one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CCCCCC"/>
                </a:solidFill>
                <a:latin typeface="Segoe UI"/>
              </a:rPr>
              <a:t>2. 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Step two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CCCCCC"/>
                </a:solidFill>
                <a:latin typeface="Segoe UI"/>
              </a:rPr>
              <a:t>3. 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Step three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DA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CCCCCC"/>
                </a:solidFill>
                <a:latin typeface="Segoe UI"/>
              </a:rPr>
              <a:t>Links and Formatting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CCCCCC"/>
                </a:solidFill>
                <a:latin typeface="Segoe UI"/>
              </a:rPr>
              <a:t>Visit </a:t>
            </a:r>
            <a:r>
              <a:rPr lang="en-US" sz="1800" u="sng" dirty="0">
                <a:solidFill>
                  <a:srgbClr val="03DAC6"/>
                </a:solidFill>
                <a:latin typeface="Segoe UI"/>
                <a:hlinkClick xmlns:r="http://schemas.openxmlformats.org/officeDocument/2006/relationships" r:id="R5fe7e50fdbfd4acb"/>
              </a:rPr>
              <a:t>MarkMyDeck on GitHub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 for more info.</a:t>
            </a:r>
          </a:p>
          <a:p xmlns:a="http://schemas.openxmlformats.org/drawingml/2006/main">
            <a:r>
              <a:rPr lang="en-US" sz="1800" dirty="0">
                <a:solidFill>
                  <a:srgbClr val="CCCCCC"/>
                </a:solidFill>
                <a:latin typeface="Segoe UI"/>
              </a:rPr>
              <a:t>This text has </a:t>
            </a:r>
            <a:r>
              <a:rPr lang="en-US" sz="1800" b="1" dirty="0">
                <a:solidFill>
                  <a:srgbClr val="CCCCCC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, </a:t>
            </a:r>
            <a:r>
              <a:rPr lang="en-US" sz="1800" i="1" dirty="0">
                <a:solidFill>
                  <a:srgbClr val="CCCCCC"/>
                </a:solidFill>
                <a:latin typeface="Segoe UI"/>
              </a:rPr>
              <a:t>italic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, and </a:t>
            </a:r>
            <a:r>
              <a:rPr lang="en-US" sz="1300" dirty="0">
                <a:solidFill>
                  <a:srgbClr val="CCCCCC"/>
                </a:solidFill>
                <a:latin typeface="Cascadia Code"/>
              </a:rPr>
              <a:t>inline code</a:t>
            </a:r>
            <a:r>
              <a:rPr lang="en-US" sz="1800" dirty="0">
                <a:solidFill>
                  <a:srgbClr val="CCCCCC"/>
                </a:solidFill>
                <a:latin typeface="Segoe UI"/>
              </a:rPr>
              <a:t> formatting.</a:t>
            </a:r>
          </a:p>
          <a:p xmlns:a="http://schemas.openxmlformats.org/drawingml/2006/main">
            <a:pPr>
              <a:spcBef>
                <a:spcPts val="200"/>
              </a:spcBef>
            </a:pPr>
            <a:r>
              <a:rPr lang="en-US" sz="1800" i="1" dirty="0">
                <a:latin typeface="Segoe UI"/>
              </a:rPr>
              <a:t>    </a:t>
            </a:r>
            <a:r>
              <a:rPr lang="en-US" sz="1800" i="1" dirty="0">
                <a:solidFill>
                  <a:srgbClr val="CCCCCC"/>
                </a:solidFill>
                <a:latin typeface="Segoe UI"/>
              </a:rPr>
              <a:t>This is a block quote — great for callouts and notes.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DA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CCCCCC"/>
                </a:solidFill>
                <a:latin typeface="Segoe UI"/>
              </a:rPr>
              <a:t>Thank You!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CCCCCC"/>
                </a:solidFill>
                <a:latin typeface="Segoe UI"/>
              </a:rPr>
              <a:t>Built with Markdig, DocumentFormat.OpenXml, and ColorCode.Core.</a:t>
            </a:r>
          </a:p>
        </p:txBody>
      </p:sp>
    </p:spTree>
  </p:cSld>
  <p:clrMapOvr>
    <a:masterClrMapping xmlns:a="http://schemas.openxmlformats.org/drawingml/2006/main"/>
  </p:clrMapOvr>
</p:sld>
</file>