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24c33115ddb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spec.commonmark.org/0.31.2/" TargetMode="External" Id="R8d708dbbaecf4131" /><Relationship Type="http://schemas.openxmlformats.org/officeDocument/2006/relationships/hyperlink" Target="https://www.ecma-international.org/publications-and-standards/standards/ecma-376/" TargetMode="External" Id="Rf94ad73ffe7a45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dotnet/README.md" TargetMode="External" Id="R125ed46123b94137" /><Relationship Type="http://schemas.openxmlformats.org/officeDocument/2006/relationships/hyperlink" Target="dotnet/README.md#command-line-interface" TargetMode="External" Id="Reb1d7b3a324c4b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MarkMyDeck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Software component for converting CommonMark/GitHub Flavored Markdown to Microsoft PowerPoint (.pptx) presentations.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Specifications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Implements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8d708dbbaecf4131"/>
              </a:rPr>
              <a:t>CommonMark 0.31.2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and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f94ad73ffe7a450b"/>
              </a:rPr>
              <a:t>Office Open XML (ECMA-376)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.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Implementations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125ed46123b94137"/>
              </a:rPr>
              <a:t>.NET Library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.NET Standard 2.1 / .NET 10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eb1d7b3a324c4be7"/>
              </a:rPr>
              <a:t>.NET CLI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.NET 10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License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MIT License</a:t>
            </a:r>
          </a:p>
        </p:txBody>
      </p:sp>
    </p:spTree>
  </p:cSld>
  <p:clrMapOvr>
    <a:masterClrMapping xmlns:a="http://schemas.openxmlformats.org/drawingml/2006/main"/>
  </p:clrMapOvr>
</p:sld>
</file>