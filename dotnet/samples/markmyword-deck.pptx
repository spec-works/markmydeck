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80d446fc4b3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2cce169d0f6f44eb" /><Relationship Type="http://schemas.openxmlformats.org/officeDocument/2006/relationships/hyperlink" Target="https://www.ecma-international.org/publications-and-standards/standards/ecma-376/" TargetMode="External" Id="R54a8f72e0ac149be" /><Relationship Type="http://schemas.openxmlformats.org/officeDocument/2006/relationships/hyperlink" Target="specs.json" TargetMode="External" Id="R6d3e9e795fba46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dotnet/README.md" TargetMode="External" Id="R7d64f1c4716e404d" /><Relationship Type="http://schemas.openxmlformats.org/officeDocument/2006/relationships/image" Target="/ppt/media/image.png" Id="Rc00c5605b3084503" /><Relationship Type="http://schemas.openxmlformats.org/officeDocument/2006/relationships/hyperlink" Target="dotnet/README.md#command-line-interface" TargetMode="External" Id="Rf8a2f386b6de4947" /><Relationship Type="http://schemas.openxmlformats.org/officeDocument/2006/relationships/image" Target="/ppt/media/image2.png" Id="R3addb235452342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Software component for bidirectional conversion between CommonMark/GitHub Flavored Markdown and Microsoft Word (.docx) documents.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2cce169d0f6f44eb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54a8f72e0ac149be"/>
              </a:rPr>
              <a:t>Office Open XML (ECMA-376)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See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6d3e9e795fba4629"/>
              </a:rPr>
              <a:t>specs.json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complete specification references.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Implementations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7d64f1c4716e404d"/>
              </a:rPr>
              <a:t>.NET Library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f8a2f386b6de4947"/>
              </a:rPr>
              <a:t>.NET CLI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</a:t>
            </a:r>
          </a:p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c5605b308450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615652" y="2057718"/>
            <a:ext cx="5912696" cy="4434522"/>
          </a:xfrm>
          <a:prstGeom xmlns:a="http://schemas.openxmlformats.org/drawingml/2006/main" prst="rect">
            <a:avLst/>
          </a:prstGeom>
        </p:spPr>
      </p:pic>
      <p:pic>
        <p:nvPicPr>
          <p:cNvPr id="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b235452342e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829012" y="2377758"/>
            <a:ext cx="5485976" cy="4114482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</a:t>
            </a:r>
          </a:p>
        </p:txBody>
      </p:sp>
    </p:spTree>
  </p:cSld>
  <p:clrMapOvr>
    <a:masterClrMapping xmlns:a="http://schemas.openxmlformats.org/drawingml/2006/main"/>
  </p:clrMapOvr>
</p:sld>
</file>