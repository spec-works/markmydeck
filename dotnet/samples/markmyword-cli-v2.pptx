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3bcfc1e62a247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  <p:sldId xmlns:r="http://schemas.openxmlformats.org/officeDocument/2006/relationships" id="260" r:id="rId6"/>
    <p:sldId xmlns:r="http://schemas.openxmlformats.org/officeDocument/2006/relationships" id="261" r:id="rId7"/>
    <p:sldId xmlns:r="http://schemas.openxmlformats.org/officeDocument/2006/relationships" id="262" r:id="rId8"/>
    <p:sldId xmlns:r="http://schemas.openxmlformats.org/officeDocument/2006/relationships" id="263" r:id="rId9"/>
    <p:sldId xmlns:r="http://schemas.openxmlformats.org/officeDocument/2006/relationships" id="264" r:id="rId10"/>
    <p:sldId xmlns:r="http://schemas.openxmlformats.org/officeDocument/2006/relationships" id="265" r:id="rId11"/>
    <p:sldId xmlns:r="http://schemas.openxmlformats.org/officeDocument/2006/relationships" id="266" r:id="rId12"/>
    <p:sldId xmlns:r="http://schemas.openxmlformats.org/officeDocument/2006/relationships" id="267" r:id="rId13"/>
    <p:sldId xmlns:r="http://schemas.openxmlformats.org/officeDocument/2006/relationships" id="268" r:id="rId14"/>
    <p:sldId xmlns:r="http://schemas.openxmlformats.org/officeDocument/2006/relationships" id="269" r:id="rId15"/>
    <p:sldId xmlns:r="http://schemas.openxmlformats.org/officeDocument/2006/relationships" id="270" r:id="rId16"/>
    <p:sldId xmlns:r="http://schemas.openxmlformats.org/officeDocument/2006/relationships" id="271" r:id="rId17"/>
    <p:sldId xmlns:r="http://schemas.openxmlformats.org/officeDocument/2006/relationships" id="272" r:id="rId18"/>
    <p:sldId xmlns:r="http://schemas.openxmlformats.org/officeDocument/2006/relationships" id="273" r:id="rId19"/>
    <p:sldId xmlns:r="http://schemas.openxmlformats.org/officeDocument/2006/relationships" id="274" r:id="rId20"/>
    <p:sldId xmlns:r="http://schemas.openxmlformats.org/officeDocument/2006/relationships" id="275" r:id="rId21"/>
    <p:sldId xmlns:r="http://schemas.openxmlformats.org/officeDocument/2006/relationships" id="276" r:id="rId22"/>
    <p:sldId xmlns:r="http://schemas.openxmlformats.org/officeDocument/2006/relationships" id="277" r:id="rId23"/>
    <p:sldId xmlns:r="http://schemas.openxmlformats.org/officeDocument/2006/relationships" id="278" r:id="rId24"/>
    <p:sldId xmlns:r="http://schemas.openxmlformats.org/officeDocument/2006/relationships" id="279" r:id="rId25"/>
    <p:sldId xmlns:r="http://schemas.openxmlformats.org/officeDocument/2006/relationships" id="280" r:id="rId26"/>
    <p:sldId xmlns:r="http://schemas.openxmlformats.org/officeDocument/2006/relationships" id="281" r:id="rId27"/>
    <p:sldId xmlns:r="http://schemas.openxmlformats.org/officeDocument/2006/relationships" id="282" r:id="rId28"/>
    <p:sldId xmlns:r="http://schemas.openxmlformats.org/officeDocument/2006/relationships" id="283" r:id="rId29"/>
  </p:sldIdLst>
  <p:sldSz cx="9144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Relationship Type="http://schemas.openxmlformats.org/officeDocument/2006/relationships/slide" Target="/ppt/slides/slide10.xml" Id="rId11" /><Relationship Type="http://schemas.openxmlformats.org/officeDocument/2006/relationships/slide" Target="/ppt/slides/slide11.xml" Id="rId12" /><Relationship Type="http://schemas.openxmlformats.org/officeDocument/2006/relationships/slide" Target="/ppt/slides/slide12.xml" Id="rId13" /><Relationship Type="http://schemas.openxmlformats.org/officeDocument/2006/relationships/slide" Target="/ppt/slides/slide13.xml" Id="rId14" /><Relationship Type="http://schemas.openxmlformats.org/officeDocument/2006/relationships/slide" Target="/ppt/slides/slide14.xml" Id="rId15" /><Relationship Type="http://schemas.openxmlformats.org/officeDocument/2006/relationships/slide" Target="/ppt/slides/slide15.xml" Id="rId16" /><Relationship Type="http://schemas.openxmlformats.org/officeDocument/2006/relationships/slide" Target="/ppt/slides/slide16.xml" Id="rId17" /><Relationship Type="http://schemas.openxmlformats.org/officeDocument/2006/relationships/slide" Target="/ppt/slides/slide17.xml" Id="rId18" /><Relationship Type="http://schemas.openxmlformats.org/officeDocument/2006/relationships/slide" Target="/ppt/slides/slide18.xml" Id="rId19" /><Relationship Type="http://schemas.openxmlformats.org/officeDocument/2006/relationships/slide" Target="/ppt/slides/slide19.xml" Id="rId20" /><Relationship Type="http://schemas.openxmlformats.org/officeDocument/2006/relationships/slide" Target="/ppt/slides/slide20.xml" Id="rId21" /><Relationship Type="http://schemas.openxmlformats.org/officeDocument/2006/relationships/slide" Target="/ppt/slides/slide21.xml" Id="rId22" /><Relationship Type="http://schemas.openxmlformats.org/officeDocument/2006/relationships/slide" Target="/ppt/slides/slide22.xml" Id="rId23" /><Relationship Type="http://schemas.openxmlformats.org/officeDocument/2006/relationships/slide" Target="/ppt/slides/slide23.xml" Id="rId24" /><Relationship Type="http://schemas.openxmlformats.org/officeDocument/2006/relationships/slide" Target="/ppt/slides/slide24.xml" Id="rId25" /><Relationship Type="http://schemas.openxmlformats.org/officeDocument/2006/relationships/slide" Target="/ppt/slides/slide25.xml" Id="rId26" /><Relationship Type="http://schemas.openxmlformats.org/officeDocument/2006/relationships/slide" Target="/ppt/slides/slide26.xml" Id="rId27" /><Relationship Type="http://schemas.openxmlformats.org/officeDocument/2006/relationships/slide" Target="/ppt/slides/slide27.xml" Id="rId28" /><Relationship Type="http://schemas.openxmlformats.org/officeDocument/2006/relationships/slide" Target="/ppt/slides/slide28.xml" Id="rId2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1.xml" Id="rI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Masters/theme/theme1.xml><?xml version="1.0" encoding="utf-8"?>
<a:theme xmlns:a="http://schemas.openxmlformats.org/drawingml/2006/main" name="MarkMyDeck Theme">
  <a:themeElements>
    <a:clrScheme name="MarkMyDeck">
      <a:dk1>
        <a:srgbClr val="1B3A5C"/>
      </a:dk1>
      <a:lt1>
        <a:srgbClr val="FAFBFC"/>
      </a:lt1>
      <a:dk2>
        <a:srgbClr val="2D2D2D"/>
      </a:dk2>
      <a:lt2>
        <a:srgbClr val="F0F4F8"/>
      </a:lt2>
      <a:accent1>
        <a:srgbClr val="2E86DE"/>
      </a:accent1>
      <a:accent2>
        <a:srgbClr val="10AC84"/>
      </a:accent2>
      <a:accent3>
        <a:srgbClr val="EE5A24"/>
      </a:accent3>
      <a:accent4>
        <a:srgbClr val="6C5CE7"/>
      </a:accent4>
      <a:accent5>
        <a:srgbClr val="FDA7DF"/>
      </a:accent5>
      <a:accent6>
        <a:srgbClr val="F9CA24"/>
      </a:accent6>
      <a:hlink>
        <a:srgbClr val="2E86DE"/>
      </a:hlink>
      <a:folHlink>
        <a:srgbClr val="6C5CE7"/>
      </a:folHlink>
    </a:clrScheme>
    <a:fontScheme name="MarkMyDeck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MarkM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xoofx/markdig" TargetMode="External" Id="Re2ca5f4c496f49d9" /><Relationship Type="http://schemas.openxmlformats.org/officeDocument/2006/relationships/hyperlink" Target="https://github.com/dotnet/Open-XML-SDK" TargetMode="External" Id="Rb434619c76844f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spec.commonmark.org/0.31.2/" TargetMode="External" Id="Rd9fc9d79c9454b68" /><Relationship Type="http://schemas.openxmlformats.org/officeDocument/2006/relationships/hyperlink" Target="https://learn.microsoft.com/en-us/office/open-xml/" TargetMode="External" Id="Rdaf985d5de154b1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xoofx/markdig" TargetMode="External" Id="Rb53195a478c04551" /><Relationship Type="http://schemas.openxmlformats.org/officeDocument/2006/relationships/hyperlink" Target="https://github.com/dotnet/Open-XML-SDK" TargetMode="External" Id="R2091d9f6126c4eec" /><Relationship Type="http://schemas.openxmlformats.org/officeDocument/2006/relationships/hyperlink" Target="https://commonmark.org/" TargetMode="External" Id="R9bb5535520534f8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MarkMyWord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A .NET 9 library for bidirectional conversion between CommonMark/GitHub Flavored Markdown and Microsoft Word (.docx) documents.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Features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provides bidirectional conversion between Markdown and Word: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Markdown → Word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Convert CommonMark markdown to Word (.docx) documents using the Open XML SDK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Word → Markdown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Convert Word documents back to CommonMark or GitHub Flavored Markdown, optimized for LLM grounding and roundtripping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Markdown to Word - Currently Supported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Block Elements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Headings (ATX: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 H1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through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###### H6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Setext: underlined)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Paragraphs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Code blocks (fenced with ``` and indented)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Block quotes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&gt;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Thematic breaks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---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___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Lists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(ordered, unordered, nested with proper indentation)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Tables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(with headers, borders, and shading)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Inline Elements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Bold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**text**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__text__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Italic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*text*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_text_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Features (cont.)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Bold + Italic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***text***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Inline code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`code`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Links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[text](url)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![alt](url)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supports local files and URLs with fallback)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Hard line breaks (two spaces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\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at end of line)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Styling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Customizable fonts and colors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Configurable heading styles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Code syntax highlighting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 JSON, TypeSpec, and Bash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Automatic spell/grammar check suppression for code blocks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Coming Soon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Task lists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Footnotes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Definition lists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Word to Markdown Conversion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Features (cont.)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Supported Elements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Headings (H1-H6) → Markdown headings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through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######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Paragraphs → Plain text with proper spacing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and </a:t>
            </a:r>
            <a:r>
              <a:rPr lang="en-US" sz="1800" i="1" dirty="0">
                <a:solidFill>
                  <a:srgbClr val="2D2D2D"/>
                </a:solidFill>
                <a:latin typeface="Segoe UI"/>
              </a:rPr>
              <a:t>Italic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text → Markdown emphasis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**bold**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*italic*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Inline code → Backtick syntax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`code`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Lists (ordered and unordered, nested) → Markdown lists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Tables → GitHub Flavored Markdown table syntax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Links →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[text](url)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syntax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Images →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![alt](path)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with optional extraction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Code blocks → Fenced code blocks with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```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Block quotes →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&gt;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prefix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Conversion Options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CommonMark or GitHub Flavored Markdown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output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LLM-optimized output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Clean, semantic content for AI grounding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Metadata extraction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Document properties as YAML frontmatter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Features (cont.)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 extraction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Save embedded images to files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Roundtripping support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Preserve formatting for Word ↔ Markdown conversion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Installation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add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package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Quick Start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Markdown to Word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Word to Markdown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markdown string to .docx file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"# Hello World\n\nThis is **bold** text.";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"output.docx");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Quick Start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34338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MarkMyWord.Configuration;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Word document to markdown file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WordConverter.ConvertToMarkdown("input.docx", "output.md");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With options for LLM grounding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WordToMarkdownOptions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Flavor = MarkdownFlavor.GitHubFlavoredMarkdown,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OptimizeForLLM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ExtractImages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IncludeMetadata = false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WordConverter.ConvertToMarkdown("document.docx", "output.md", options);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to string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WordConverter.ConvertToMarkdownString("document.docx");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Convert to Byte Array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Stream-based Conversion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Async Conversion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Lists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Get the document as a byte array (useful for web scenarios)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byte[] docxBytes = MarkdownConverter.ConvertToDocxBytes(markdown);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110743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from stream to stream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var inputStream = File.OpenRead("input.md");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var outputStream = File.Create("output.docx");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MarkdownConverter.ConvertToDocx(inputStream, outputStream);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79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Async conversion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await MarkdownConverter.ConvertToDocxAsync(markdown, "output.docx");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Quick Start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573021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Unordered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unorderedList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Shopping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Apples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Bananas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Oranges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- Naval oranges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- Blood oranges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MarkdownConverter.ConvertToDocx(unorderedList, "shopping.docx");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Ordered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orderedList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Instructions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1. Preheat oven to 350°F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2. Mix ingredients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3. Bake for 30 minutes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1. Check at 25 minutes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2. Test with toothpick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4. Let cool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MarkdownConverter.ConvertToDocx(orderedList, "instructions.docx");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Command-Line Interface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6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includes a powerful CLI for converting markdown files from the command line.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Installation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Or run directly from the project: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Usage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The CLI automatically detects the conversion direction based on file extension: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.md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.markdown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input → converts to Word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.docx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.docx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input → converts to Markdown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.md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Markdown to Word: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Word to Markdown: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Specify output file: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Custom font and size: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Use custom style configuration: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Verbose output: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Force overwrite: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tool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install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global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SpecWorks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CLI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79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run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project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src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csproj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command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options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99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README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1803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</a:p>
        </p:txBody>
      </p:sp>
      <p:sp>
        <p:nvSpPr>
          <p:cNvPr id="10" name="Cod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807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</a:p>
        </p:txBody>
      </p:sp>
      <p:sp>
        <p:nvSpPr>
          <p:cNvPr id="11" name="Cod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811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font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"Times New Roman"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font-size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12</a:t>
            </a:r>
          </a:p>
        </p:txBody>
      </p:sp>
      <p:sp>
        <p:nvSpPr>
          <p:cNvPr id="12" name="Code 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7815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custom-style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json</a:t>
            </a:r>
          </a:p>
        </p:txBody>
      </p:sp>
      <p:sp>
        <p:nvSpPr>
          <p:cNvPr id="13" name="Code 1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9819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v</a:t>
            </a:r>
          </a:p>
        </p:txBody>
      </p:sp>
    </p:spTree>
  </p:cSld>
  <p:clrMapOvr>
    <a:masterClrMapping xmlns:a="http://schemas.openxmlformats.org/drawingml/2006/main"/>
  </p:clrMapOvr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Command-Line Interface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force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Word to Markdown with options: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View version: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Get help: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CLI Options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200" b="1" dirty="0">
                <a:solidFill>
                  <a:srgbClr val="2D2D2D"/>
                </a:solidFill>
                <a:latin typeface="Segoe UI"/>
              </a:rPr>
              <a:t>Common Options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200" b="1" dirty="0">
                <a:solidFill>
                  <a:srgbClr val="2D2D2D"/>
                </a:solidFill>
                <a:latin typeface="Segoe UI"/>
              </a:rPr>
              <a:t>Markdown to Word Options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200" b="1" dirty="0">
                <a:solidFill>
                  <a:srgbClr val="2D2D2D"/>
                </a:solidFill>
                <a:latin typeface="Segoe UI"/>
              </a:rPr>
              <a:t>Word to Markdown Options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341882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Convert Word to GitHub Flavored Markdown (default)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Convert to strict CommonMark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commonmark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Optimize for LLM grounding (clean, semantic output)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optimize-llm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Include document metadata as YAML frontmatter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include-metadata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Don't extract images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extract-images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B4FA"/>
                </a:solidFill>
                <a:latin typeface="Cascadia Code"/>
              </a:rPr>
              <a:t>false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version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79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help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help</a:t>
            </a:r>
          </a:p>
        </p:txBody>
      </p:sp>
      <p:graphicFrame>
        <p:nvGraphicFramePr>
          <p:cNvPr id="10" name="Table 11"/>
          <p:cNvGraphicFramePr/>
          <p:nvPr/>
        </p:nvGraphicFramePr>
        <p:xfrm>
          <a:off xmlns:a="http://schemas.openxmlformats.org/drawingml/2006/main" x="640080" y="3246438"/>
          <a:ext xmlns:a="http://schemas.openxmlformats.org/drawingml/2006/main" cx="7863840" cy="1828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Option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Alias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--input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-i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Input file path (.md or .docx) (required)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--output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-o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Output file path (auto-detects extension)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--verbose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-v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Enable verbose output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--force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Overwrite output file if it exists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2"/>
          <p:cNvGraphicFramePr/>
          <p:nvPr/>
        </p:nvGraphicFramePr>
        <p:xfrm>
          <a:off xmlns:a="http://schemas.openxmlformats.org/drawingml/2006/main" x="640080" y="3566478"/>
          <a:ext xmlns:a="http://schemas.openxmlformats.org/drawingml/2006/main" cx="7863840" cy="146304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Option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Alias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--font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-f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Default font name (e.g., 'Calibri')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--font-size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-s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Default font size (6-72 points)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--style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Path to JSON style configuration file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3"/>
          <p:cNvGraphicFramePr/>
          <p:nvPr/>
        </p:nvGraphicFramePr>
        <p:xfrm>
          <a:off xmlns:a="http://schemas.openxmlformats.org/drawingml/2006/main" x="640080" y="3886518"/>
          <a:ext xmlns:a="http://schemas.openxmlformats.org/drawingml/2006/main" cx="7863840" cy="219456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Option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Default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--to-markdown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Explicitly convert to Markdown (auto-detected)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false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--extract-images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Extract and save embedded images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true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--optimize-llm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Optimize output for LLM grounding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true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--commonmark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Use strict CommonMark instead of GFM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false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--include-metadata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Include document metadata as YAML frontmatter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false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Advanced Usage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Word to Markdown Options</a:t>
            </a:r>
          </a:p>
        </p:txBody>
      </p:sp>
    </p:spTree>
  </p:cSld>
  <p:clrMapOvr>
    <a:masterClrMapping xmlns:a="http://schemas.openxmlformats.org/drawingml/2006/main"/>
  </p:clrMapOvr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Advanced Usage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827274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MarkMyWord.Configuration;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Configure Word to Markdown conversion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WordToMarkdownOptions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Use GitHub Flavored Markdown (supports tables, strikethrough, etc.)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Flavor = MarkdownFlavor.GitHubFlavoredMarkdown,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Optimize for LLM grounding (clean, semantic content)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OptimizeForLLM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Extract embedded images to files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ExtractImages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Directory for extracted images (default: same as output file)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ImageOutputDirectory = "./images",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URL prefix for image links in markdown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ImageUrlPrefix = "https://example.com/images/",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Include document metadata as YAML frontmatter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IncludeMetadata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Preserve formatting metadata for roundtripping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PreserveFormattingMetadata = false,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Use HTML for complex formatting when no markdown equivalent exists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UseHtmlForComplexFormatting = false,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Line ending style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LineEndings = LineEndingStyle.LF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WordConverter.ConvertToMarkdown("document.docx", "output.md", options);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Markdown to Word Custom Styling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Custom Heading Styles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411224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MarkMyWord.Configuration;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DefaultFontName = "Georgia",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DefaultFontSize = 12,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CodeFontName = "Fira Code",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CodeFontSize = 10,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CodeBackgroundColor = "F5F5F5",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QuoteLeftBorderColor = "4A90E2",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QuoteBackgroundColor = "EEF7FF"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"output.docx", options);</a:t>
            </a:r>
          </a:p>
        </p:txBody>
      </p:sp>
    </p:spTree>
  </p:cSld>
  <p:clrMapOvr>
    <a:masterClrMapping xmlns:a="http://schemas.openxmlformats.org/drawingml/2006/main"/>
  </p:clrMapOvr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Advanced Usage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57452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HeadingStyles = new[]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new HeadingStyle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Level = 1,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FontSize = 24,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Bold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Color = "2E74B5",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SpacingBeforeTwips = 480,  // 1/3 inch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SpacingAfterTwips = 240    // 1/6 inch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},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// ... configure levels 2-6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JSON Style Configuration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You can define styles in a JSON file and load them using the CLI or programmatically: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custom-style.json:</a:t>
            </a:r>
          </a:p>
        </p:txBody>
      </p:sp>
    </p:spTree>
  </p:cSld>
  <p:clrMapOvr>
    <a:masterClrMapping xmlns:a="http://schemas.openxmlformats.org/drawingml/2006/main"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Advanced Usage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919730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"styles"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"defaultFontName"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"Georgia"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"defaultFontSize"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12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"headingStyles"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"level"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28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"bold"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"2E74B5"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"spacingBeforeTwips"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480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"spacingAfterTwips"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240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"level"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"bold"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"2E74B5"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"spacingBeforeTwips"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400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"spacingAfterTwips"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200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"level"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3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16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"bold"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"1F4D78"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"spacingBeforeTwips"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320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"spacingAfterTwips"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160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"codeFontName"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"Fira Code"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"codeFontSize"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"codeBackgroundColor"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"282C34"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"quoteLeftBorderColor"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"4A90E2"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"quoteLeftBorderWidth"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4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"quoteBackgroundColor"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"EEF7FF"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"listIndentationTwips"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720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224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Use with CLI: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Load programmatically: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Notes: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Colors are hex values without the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prefix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Spacing values are in twips (1440 twips = 1 inch)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Font sizes are in points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Document Metadata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custom-style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json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System.Text.Json;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json = File.ReadAllText("custom-style.json");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config = JsonSerializer.Deserialize&lt;ConversionOptions&gt;(json);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"output.docx", config);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958"/>
            <a:ext cx="7863840" cy="203199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DocumentTitle = "My Document",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Author = "John Doe",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Subject = "Technical Documentation"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"output.docx", options);</a:t>
            </a:r>
          </a:p>
        </p:txBody>
      </p:sp>
    </p:spTree>
  </p:cSld>
  <p:clrMapOvr>
    <a:masterClrMapping xmlns:a="http://schemas.openxmlformats.org/drawingml/2006/main"/>
  </p:clrMapOvr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Architecture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uses a three-stage conversion pipeline: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1.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Parse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Markdown is parsed into an Abstract Syntax Tree (AST) using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e2ca5f4c496f49d9"/>
              </a:rPr>
              <a:t>Markdig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2.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Render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The AST is traversed and converted to OpenXML elements using specialized renderers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3.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Style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Styles are applied and the document is saved using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b434619c76844ff5"/>
              </a:rPr>
              <a:t>DocumentFormat.OpenXml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838"/>
            <a:ext cx="7863840" cy="272540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 Text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Markdig Parser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AST (Syntax Tree)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OpenXmlRenderer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OpenXML Elements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Word Document (.docx)</a:t>
            </a:r>
          </a:p>
        </p:txBody>
      </p:sp>
    </p:spTree>
  </p:cSld>
  <p:clrMapOvr>
    <a:masterClrMapping xmlns:a="http://schemas.openxmlformats.org/drawingml/2006/main"/>
  </p:clrMapOvr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Project Structure</a:t>
            </a:r>
          </a:p>
        </p:txBody>
      </p:sp>
    </p:spTree>
  </p:cSld>
  <p:clrMapOvr>
    <a:masterClrMapping xmlns:a="http://schemas.openxmlformats.org/drawingml/2006/main"/>
  </p:clrMapOvr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Project Structure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619249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├── src/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├── MarkMyWord/                    # Core library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MarkdownConverter.cs       # Public API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Converters/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OpenXmlRenderer.cs     # Main renderer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BlockRenderers/        # Block element renderers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│   ├── CodeBlockRenderer.cs  # Code block rendering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│   ├── ListRenderer.cs    # List rendering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│   └── TableRenderer.cs   # Table rendering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└── InlineRenderers/       # Inline element renderers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    └── LinkInlineRenderer.cs  # Links &amp; images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SyntaxHighlighting/        # Syntax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ISyntaxHighlighter.cs  # Highlighter interface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ColorCodeHighlighter.cs   # JSON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TypeSpecHighlighter.cs    # TypeSpec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BashHighlighter.cs     # Bash/Shell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└── SyntaxHighlighterFactory.cs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OpenXml/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DocumentBuilder.cs     # OpenXML document builder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StyleManager.cs        # Style management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└── ListManager.cs         # List numbering management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└── Configuration/             # Configuration classes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└── MarkMyWord.CLI/                # Command-line tool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└── tests/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└── MarkMyWord.Tests/              # Unit tests (29 tests)</a:t>
            </a:r>
          </a:p>
        </p:txBody>
      </p:sp>
    </p:spTree>
  </p:cSld>
  <p:clrMapOvr>
    <a:masterClrMapping xmlns:a="http://schemas.openxmlformats.org/drawingml/2006/main"/>
  </p:clrMapOvr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Requirements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.NET 9.0 or later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Dependencies:</a:t>
            </a:r>
          </a:p>
          <a:p xmlns:a="http://schemas.openxmlformats.org/drawingml/2006/main">
            <a:pPr marL="9144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○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Markdig 0.37.0</a:t>
            </a:r>
          </a:p>
          <a:p xmlns:a="http://schemas.openxmlformats.org/drawingml/2006/main">
            <a:pPr marL="9144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○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DocumentFormat.OpenXml 3.1.0</a:t>
            </a:r>
          </a:p>
          <a:p xmlns:a="http://schemas.openxmlformats.org/drawingml/2006/main">
            <a:pPr marL="9144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○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ColorCode.Core 2.0.15</a:t>
            </a:r>
          </a:p>
        </p:txBody>
      </p:sp>
    </p:spTree>
  </p:cSld>
  <p:clrMapOvr>
    <a:masterClrMapping xmlns:a="http://schemas.openxmlformats.org/drawingml/2006/main"/>
  </p:clrMapOvr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Building from Source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10743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git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clone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https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github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com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yourusername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git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B4FA"/>
                </a:solidFill>
                <a:latin typeface="Cascadia Code"/>
              </a:rPr>
              <a:t>cd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build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B4FA"/>
                </a:solidFill>
                <a:latin typeface="Cascadia Code"/>
              </a:rPr>
              <a:t>test</a:t>
            </a:r>
          </a:p>
        </p:txBody>
      </p:sp>
    </p:spTree>
  </p:cSld>
  <p:clrMapOvr>
    <a:masterClrMapping xmlns:a="http://schemas.openxmlformats.org/drawingml/2006/main"/>
  </p:clrMapOvr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Examples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Convert a README file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Lists Example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Images Example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Tables Example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Syntax Highlighting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supports syntax highlighting for code blocks, making code more readable in Word documents: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Supported Languages: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JSON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Property names, strings, numbers, keywords (true/false/null)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TypeSpec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Keywords, types, decorators, comments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Bash/Shell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Commands, keywords, variables, strings, comments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Example: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markdown = File.ReadAllText("README.md");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"README.docx");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411224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Shopping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## Groceries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Milk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Eggs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Bread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## Tasks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1. Buy groceries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2. Clean house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3. Do laundry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- Whites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- Colors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"shopping-list.docx");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798"/>
            <a:ext cx="7863840" cy="272540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Product Documentation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![Product Logo](logo.png)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Our product features: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![Feature 1](https://example.com/feature1.png)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![Feature 2](./images/feature2.jpg)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"product-doc.docx");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838"/>
            <a:ext cx="7863840" cy="272540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Sales Report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Product | Q1 Sales | Q2 Sales | Total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|---------|----------|----------|-------|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Widget A | $1,000 | $1,200 | $2,200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Widget B | $850 | $900 | $1,750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Widget C | $1,500 | $1,600 | $3,100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"sales-report.docx");</a:t>
            </a:r>
          </a:p>
        </p:txBody>
      </p:sp>
    </p:spTree>
  </p:cSld>
  <p:clrMapOvr>
    <a:masterClrMapping xmlns:a="http://schemas.openxmlformats.org/drawingml/2006/main"/>
  </p:clrMapOvr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Examples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226313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API Response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```json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""name"": ""MarkMyWord"",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""version"": ""0.2.0"",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""enabled"": true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09369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#!/bin/bash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B4FA"/>
                </a:solidFill>
                <a:latin typeface="Cascadia Code"/>
              </a:rPr>
              <a:t>echo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Converting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files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for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file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in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*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;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do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$file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done</a:t>
            </a:r>
          </a:p>
        </p:txBody>
      </p:sp>
      <p:sp>
        <p:nvSpPr>
          <p:cNvPr id="7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";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MarkdownConverter.ConvertToDocx(markdown, "highlighted.docx");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Custom syntax colors: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Convert with custom code block styling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364996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**Features:**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Colors optimized for grey code block backgrounds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Automatic spell/grammar check suppression (no red squiggles!)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Trailing empty lines automatically removed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Property names vs values distinguished in JSON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**Disable syntax highlighting:**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```csharp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EnableSyntaxHighlighting = false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"plain-code.docx", options);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798"/>
            <a:ext cx="7863840" cy="364996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SyntaxColorScheme = new SyntaxColorScheme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KeywordColor = "0000FF",     // Blue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StringColor = "A31515",      // Red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NumberColor = "098658",      // Green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CommentColor = "6A9955",     // Green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TypeColor = "4EC9B0",        // Cyan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FunctionColor = "C4A000"     // Gold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</p:txBody>
      </p:sp>
    </p:spTree>
  </p:cSld>
  <p:clrMapOvr>
    <a:masterClrMapping xmlns:a="http://schemas.openxmlformats.org/drawingml/2006/main"/>
  </p:clrMapOvr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Examples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1224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CodeFontName = "Consolas",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CodeFontSize = 9,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CodeBackgroundColor = "F5F5F5"  // Light grey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code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Code Example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```json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""message"": ""Hello, World!""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";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MarkdownConverter.ConvertToDocx(code, "code.docx", options);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Current test coverage (29 tests):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Basic paragraph conversion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Headings (levels 1-6)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Bold and italic text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Inline code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Code blocks with language labels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Hyperlinks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Lists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(ordered, unordered, nested, mixed, with formatting)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(with fallback for missing images)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Tables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(headers, multiple rows, shading, borders)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180085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## Testing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The library includes comprehensive unit tests covering all supported markdown syntax: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 test</a:t>
            </a:r>
          </a:p>
        </p:txBody>
      </p:sp>
    </p:spTree>
  </p:cSld>
  <p:clrMapOvr>
    <a:masterClrMapping xmlns:a="http://schemas.openxmlformats.org/drawingml/2006/main"/>
  </p:clrMapOvr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Specifications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implements: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d9fc9d79c9454b68"/>
              </a:rPr>
              <a:t>CommonMark 0.31.2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Markdown specification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daf985d5de154b11"/>
              </a:rPr>
              <a:t>Office Open XML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Word document format</a:t>
            </a:r>
          </a:p>
        </p:txBody>
      </p:sp>
    </p:spTree>
  </p:cSld>
  <p:clrMapOvr>
    <a:masterClrMapping xmlns:a="http://schemas.openxmlformats.org/drawingml/2006/main"/>
  </p:clrMapOvr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Contributing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Contributions are welcome! Areas for contribution: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Task lists and checkboxes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Footnotes and references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Definition lists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Extended markdown features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Performance optimizations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Additional tests</a:t>
            </a:r>
          </a:p>
        </p:txBody>
      </p:sp>
    </p:spTree>
  </p:cSld>
  <p:clrMapOvr>
    <a:masterClrMapping xmlns:a="http://schemas.openxmlformats.org/drawingml/2006/main"/>
  </p:clrMapOvr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License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MIT License - See LICENSE file for details</a:t>
            </a:r>
          </a:p>
        </p:txBody>
      </p:sp>
    </p:spTree>
  </p:cSld>
  <p:clrMapOvr>
    <a:masterClrMapping xmlns:a="http://schemas.openxmlformats.org/drawingml/2006/main"/>
  </p:clrMapOvr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Acknowledgments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Built with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b53195a478c04551"/>
              </a:rPr>
              <a:t>Markdig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by Alexandre Mutel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Uses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2091d9f6126c4eec"/>
              </a:rPr>
              <a:t>DocumentFormat.OpenXml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by Microsoft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Implements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9bb5535520534f81"/>
              </a:rPr>
              <a:t>CommonMark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specification</a:t>
            </a:r>
          </a:p>
        </p:txBody>
      </p:sp>
    </p:spTree>
  </p:cSld>
  <p:clrMapOvr>
    <a:masterClrMapping xmlns:a="http://schemas.openxmlformats.org/drawingml/2006/main"/>
  </p:clrMapOvr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Status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🚀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Beta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Core functionality and CLI are fully working with comprehensive CommonMark support.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Fully supported: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Headings, paragraphs, emphasis (bold/italic)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Code blocks (fenced and indented) with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syntax highlighting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(JSON, TypeSpec, Bash)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Inline code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Links and hyperlinks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Block quotes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Horizontal rules / thematic breaks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Lists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(ordered, unordered, nested with proper numbering)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(local files and URLs with fallback support)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Tables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(with headers, borders, and shading)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Command-line interface with full options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Spell/grammar check suppression for code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Coming soon: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Task lists, footnotes, definition lists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Generated with ❤️ using Claude Code</a:t>
            </a:r>
          </a:p>
        </p:txBody>
      </p:sp>
    </p:spTree>
  </p:cSld>
  <p:clrMapOvr>
    <a:masterClrMapping xmlns:a="http://schemas.openxmlformats.org/drawingml/2006/main"/>
  </p:clrMapOvr>
</p:sld>
</file>