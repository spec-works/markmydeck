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aeb9ad7e165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odern Theme">
  <a:themeElements>
    <a:clrScheme name="Modern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odern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oder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169aaafa66cc4f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169aaafa66cc4f04"/>
              </a:rPr>
              <a:t>MarkMyDeck on GitHub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