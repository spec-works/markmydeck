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png" ContentType="image/pn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6890785d8d04c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1"/>
  </p:sldMasterIdLst>
  <p:sldIdLst>
    <p:sldId xmlns:r="http://schemas.openxmlformats.org/officeDocument/2006/relationships" id="256" r:id="rId2"/>
    <p:sldId xmlns:r="http://schemas.openxmlformats.org/officeDocument/2006/relationships" id="257" r:id="rId3"/>
    <p:sldId xmlns:r="http://schemas.openxmlformats.org/officeDocument/2006/relationships" id="258" r:id="rId4"/>
    <p:sldId xmlns:r="http://schemas.openxmlformats.org/officeDocument/2006/relationships" id="259" r:id="rId5"/>
    <p:sldId xmlns:r="http://schemas.openxmlformats.org/officeDocument/2006/relationships" id="260" r:id="rId6"/>
    <p:sldId xmlns:r="http://schemas.openxmlformats.org/officeDocument/2006/relationships" id="261" r:id="rId7"/>
    <p:sldId xmlns:r="http://schemas.openxmlformats.org/officeDocument/2006/relationships" id="262" r:id="rId8"/>
    <p:sldId xmlns:r="http://schemas.openxmlformats.org/officeDocument/2006/relationships" id="263" r:id="rId9"/>
    <p:sldId xmlns:r="http://schemas.openxmlformats.org/officeDocument/2006/relationships" id="264" r:id="rId10"/>
  </p:sldIdLst>
  <p:sldSz cx="9144000" cy="6858000" type="custom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slide" Target="/ppt/slides/slide1.xml" Id="rId2" /><Relationship Type="http://schemas.openxmlformats.org/officeDocument/2006/relationships/slide" Target="/ppt/slides/slide2.xml" Id="rId3" /><Relationship Type="http://schemas.openxmlformats.org/officeDocument/2006/relationships/slide" Target="/ppt/slides/slide3.xml" Id="rId4" /><Relationship Type="http://schemas.openxmlformats.org/officeDocument/2006/relationships/slide" Target="/ppt/slides/slide4.xml" Id="rId5" /><Relationship Type="http://schemas.openxmlformats.org/officeDocument/2006/relationships/slide" Target="/ppt/slides/slide5.xml" Id="rId6" /><Relationship Type="http://schemas.openxmlformats.org/officeDocument/2006/relationships/slide" Target="/ppt/slides/slide6.xml" Id="rId7" /><Relationship Type="http://schemas.openxmlformats.org/officeDocument/2006/relationships/slide" Target="/ppt/slides/slide7.xml" Id="rId8" /><Relationship Type="http://schemas.openxmlformats.org/officeDocument/2006/relationships/slide" Target="/ppt/slides/slide8.xml" Id="rId9" /><Relationship Type="http://schemas.openxmlformats.org/officeDocument/2006/relationships/slide" Target="/ppt/slides/slide9.xml" Id="rId1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slideLayout1.xml><?xml version="1.0" encoding="utf-8"?>
<p:sldLayout xmlns:p="http://schemas.openxmlformats.org/presentationml/2006/main" type="blank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slideMasters/theme/theme1.xml" Id="rId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Masters/theme/theme1.xml><?xml version="1.0" encoding="utf-8"?>
<a:theme xmlns:a="http://schemas.openxmlformats.org/drawingml/2006/main" name="MarkMyDeck Theme">
  <a:themeElements>
    <a:clrScheme name="MarkMyDeck">
      <a:dk1>
        <a:srgbClr val="1B3A5C"/>
      </a:dk1>
      <a:lt1>
        <a:srgbClr val="FAFBFC"/>
      </a:lt1>
      <a:dk2>
        <a:srgbClr val="2D2D2D"/>
      </a:dk2>
      <a:lt2>
        <a:srgbClr val="F0F4F8"/>
      </a:lt2>
      <a:accent1>
        <a:srgbClr val="2E86DE"/>
      </a:accent1>
      <a:accent2>
        <a:srgbClr val="10AC84"/>
      </a:accent2>
      <a:accent3>
        <a:srgbClr val="EE5A24"/>
      </a:accent3>
      <a:accent4>
        <a:srgbClr val="6C5CE7"/>
      </a:accent4>
      <a:accent5>
        <a:srgbClr val="FDA7DF"/>
      </a:accent5>
      <a:accent6>
        <a:srgbClr val="F9CA24"/>
      </a:accent6>
      <a:hlink>
        <a:srgbClr val="2E86DE"/>
      </a:hlink>
      <a:folHlink>
        <a:srgbClr val="6C5CE7"/>
      </a:folHlink>
    </a:clrScheme>
    <a:fontScheme name="MarkMyDeck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MarkMyDec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</a:ln>
        <a:ln w="12700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hyperlink" Target="https://github.com/spec-works/MarkMyDeck" TargetMode="External" Id="R2ecd72e98be84f1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.png" Id="R84fa57ff06b644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Bar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AccentLin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914400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D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4638"/>
            <a:ext cx="7863840" cy="822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ctr"/>
          <a:lstStyle xmlns:a="http://schemas.openxmlformats.org/drawingml/2006/main"/>
          <a:p xmlns:a="http://schemas.openxmlformats.org/drawingml/2006/main">
            <a:r>
              <a:rPr lang="en-US" sz="3600" b="0" dirty="0">
                <a:solidFill>
                  <a:srgbClr val="2D2D2D"/>
                </a:solidFill>
                <a:latin typeface="Segoe UI"/>
              </a:rPr>
              <a:t>MarkMyDeck Demo</a:t>
            </a:r>
          </a:p>
        </p:txBody>
      </p:sp>
      <p:sp>
        <p:nvSpPr>
          <p:cNvPr id="5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6238"/>
            <a:ext cx="7863840" cy="484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r>
              <a:rPr lang="en-US" sz="1800" dirty="0">
                <a:solidFill>
                  <a:srgbClr val="2D2D2D"/>
                </a:solidFill>
                <a:latin typeface="Segoe UI"/>
              </a:rPr>
              <a:t>Welcome to MarkMyDeck — a Markdown to PowerPoint converter.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Bar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AccentLin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914400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D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4638"/>
            <a:ext cx="7863840" cy="822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ctr"/>
          <a:lstStyle xmlns:a="http://schemas.openxmlformats.org/drawingml/2006/main"/>
          <a:p xmlns:a="http://schemas.openxmlformats.org/drawingml/2006/main">
            <a:r>
              <a:rPr lang="en-US" sz="3000" b="0" dirty="0">
                <a:solidFill>
                  <a:srgbClr val="2D2D2D"/>
                </a:solidFill>
                <a:latin typeface="Segoe UI"/>
              </a:rPr>
              <a:t>Features</a:t>
            </a:r>
          </a:p>
        </p:txBody>
      </p:sp>
      <p:sp>
        <p:nvSpPr>
          <p:cNvPr id="5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6238"/>
            <a:ext cx="7863840" cy="484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2D2D2D"/>
                </a:solidFill>
                <a:latin typeface="Segoe UI"/>
              </a:rPr>
              <a:t>• 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Convert Markdown to </a:t>
            </a:r>
            <a:r>
              <a:rPr lang="en-US" sz="1300" dirty="0">
                <a:solidFill>
                  <a:srgbClr val="2D2D2D"/>
                </a:solidFill>
                <a:latin typeface="Cascadia Code"/>
              </a:rPr>
              <a:t>.pptx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 presentations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2D2D2D"/>
                </a:solidFill>
                <a:latin typeface="Segoe UI"/>
              </a:rPr>
              <a:t>• 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Syntax highlighting for code blocks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2D2D2D"/>
                </a:solidFill>
                <a:latin typeface="Segoe UI"/>
              </a:rPr>
              <a:t>• 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Tables, lists, links, and more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2D2D2D"/>
                </a:solidFill>
                <a:latin typeface="Segoe UI"/>
              </a:rPr>
              <a:t>• 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Built with the same libraries as </a:t>
            </a:r>
            <a:r>
              <a:rPr lang="en-US" sz="1800" b="1" dirty="0">
                <a:solidFill>
                  <a:srgbClr val="2D2D2D"/>
                </a:solidFill>
                <a:latin typeface="Segoe UI"/>
              </a:rPr>
              <a:t>MarkMyWord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Bar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AccentLin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914400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D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4638"/>
            <a:ext cx="7863840" cy="822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ctr"/>
          <a:lstStyle xmlns:a="http://schemas.openxmlformats.org/drawingml/2006/main"/>
          <a:p xmlns:a="http://schemas.openxmlformats.org/drawingml/2006/main">
            <a:r>
              <a:rPr lang="en-US" sz="3000" b="0" dirty="0">
                <a:solidFill>
                  <a:srgbClr val="2D2D2D"/>
                </a:solidFill>
                <a:latin typeface="Segoe UI"/>
              </a:rPr>
              <a:t>Code Example</a:t>
            </a:r>
          </a:p>
        </p:txBody>
      </p:sp>
      <p:sp>
        <p:nvSpPr>
          <p:cNvPr id="5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6238"/>
            <a:ext cx="786384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r>
              <a:rPr lang="en-US" sz="1800" dirty="0">
                <a:solidFill>
                  <a:srgbClr val="2D2D2D"/>
                </a:solidFill>
                <a:latin typeface="Segoe UI"/>
              </a:rPr>
              <a:t>Here's a JSON snippet with syntax highlighting:</a:t>
            </a:r>
          </a:p>
        </p:txBody>
      </p:sp>
      <p:sp>
        <p:nvSpPr>
          <p:cNvPr id="6" name="Code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57718"/>
            <a:ext cx="7863840" cy="156971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E1E2E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82880" tIns="91440" rIns="182880" bIns="91440" rtlCol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solidFill>
                  <a:srgbClr val="89DCEB"/>
                </a:solidFill>
                <a:latin typeface="Cascadia Code"/>
              </a:rPr>
              <a:t>{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solidFill>
                  <a:srgbClr val="CDD6F4"/>
                </a:solidFill>
                <a:latin typeface="Cascadia Code"/>
              </a:rPr>
              <a:t>  </a:t>
            </a:r>
            <a:r>
              <a:rPr lang="en-US" sz="1300" dirty="0">
                <a:solidFill>
                  <a:srgbClr val="74C7EC"/>
                </a:solidFill>
                <a:latin typeface="Cascadia Code"/>
              </a:rPr>
              <a:t>"name"</a:t>
            </a:r>
            <a:r>
              <a:rPr lang="en-US" sz="1300" dirty="0">
                <a:solidFill>
                  <a:srgbClr val="89DCEB"/>
                </a:solidFill>
                <a:latin typeface="Cascadia Code"/>
              </a:rPr>
              <a:t>: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 </a:t>
            </a:r>
            <a:r>
              <a:rPr lang="en-US" sz="1300" dirty="0">
                <a:solidFill>
                  <a:srgbClr val="A6E3A1"/>
                </a:solidFill>
                <a:latin typeface="Cascadia Code"/>
              </a:rPr>
              <a:t>"MarkMyDeck"</a:t>
            </a:r>
            <a:r>
              <a:rPr lang="en-US" sz="1300" dirty="0">
                <a:solidFill>
                  <a:srgbClr val="89DCEB"/>
                </a:solidFill>
                <a:latin typeface="Cascadia Code"/>
              </a:rPr>
              <a:t>,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solidFill>
                  <a:srgbClr val="CDD6F4"/>
                </a:solidFill>
                <a:latin typeface="Cascadia Code"/>
              </a:rPr>
              <a:t>  </a:t>
            </a:r>
            <a:r>
              <a:rPr lang="en-US" sz="1300" dirty="0">
                <a:solidFill>
                  <a:srgbClr val="74C7EC"/>
                </a:solidFill>
                <a:latin typeface="Cascadia Code"/>
              </a:rPr>
              <a:t>"version"</a:t>
            </a:r>
            <a:r>
              <a:rPr lang="en-US" sz="1300" dirty="0">
                <a:solidFill>
                  <a:srgbClr val="89DCEB"/>
                </a:solidFill>
                <a:latin typeface="Cascadia Code"/>
              </a:rPr>
              <a:t>: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 </a:t>
            </a:r>
            <a:r>
              <a:rPr lang="en-US" sz="1300" dirty="0">
                <a:solidFill>
                  <a:srgbClr val="A6E3A1"/>
                </a:solidFill>
                <a:latin typeface="Cascadia Code"/>
              </a:rPr>
              <a:t>"0.1.0"</a:t>
            </a:r>
            <a:r>
              <a:rPr lang="en-US" sz="1300" dirty="0">
                <a:solidFill>
                  <a:srgbClr val="89DCEB"/>
                </a:solidFill>
                <a:latin typeface="Cascadia Code"/>
              </a:rPr>
              <a:t>,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solidFill>
                  <a:srgbClr val="CDD6F4"/>
                </a:solidFill>
                <a:latin typeface="Cascadia Code"/>
              </a:rPr>
              <a:t>  </a:t>
            </a:r>
            <a:r>
              <a:rPr lang="en-US" sz="1300" dirty="0">
                <a:solidFill>
                  <a:srgbClr val="74C7EC"/>
                </a:solidFill>
                <a:latin typeface="Cascadia Code"/>
              </a:rPr>
              <a:t>"features"</a:t>
            </a:r>
            <a:r>
              <a:rPr lang="en-US" sz="1300" dirty="0">
                <a:solidFill>
                  <a:srgbClr val="89DCEB"/>
                </a:solidFill>
                <a:latin typeface="Cascadia Code"/>
              </a:rPr>
              <a:t>: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 </a:t>
            </a:r>
            <a:r>
              <a:rPr lang="en-US" sz="1300" dirty="0">
                <a:solidFill>
                  <a:srgbClr val="89DCEB"/>
                </a:solidFill>
                <a:latin typeface="Cascadia Code"/>
              </a:rPr>
              <a:t>[</a:t>
            </a:r>
            <a:r>
              <a:rPr lang="en-US" sz="1300" dirty="0">
                <a:solidFill>
                  <a:srgbClr val="A6E3A1"/>
                </a:solidFill>
                <a:latin typeface="Cascadia Code"/>
              </a:rPr>
              <a:t>"slides"</a:t>
            </a:r>
            <a:r>
              <a:rPr lang="en-US" sz="1300" dirty="0">
                <a:solidFill>
                  <a:srgbClr val="89DCEB"/>
                </a:solidFill>
                <a:latin typeface="Cascadia Code"/>
              </a:rPr>
              <a:t>,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 </a:t>
            </a:r>
            <a:r>
              <a:rPr lang="en-US" sz="1300" dirty="0">
                <a:solidFill>
                  <a:srgbClr val="A6E3A1"/>
                </a:solidFill>
                <a:latin typeface="Cascadia Code"/>
              </a:rPr>
              <a:t>"code"</a:t>
            </a:r>
            <a:r>
              <a:rPr lang="en-US" sz="1300" dirty="0">
                <a:solidFill>
                  <a:srgbClr val="89DCEB"/>
                </a:solidFill>
                <a:latin typeface="Cascadia Code"/>
              </a:rPr>
              <a:t>,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 </a:t>
            </a:r>
            <a:r>
              <a:rPr lang="en-US" sz="1300" dirty="0">
                <a:solidFill>
                  <a:srgbClr val="A6E3A1"/>
                </a:solidFill>
                <a:latin typeface="Cascadia Code"/>
              </a:rPr>
              <a:t>"tables"</a:t>
            </a:r>
            <a:r>
              <a:rPr lang="en-US" sz="1300" dirty="0">
                <a:solidFill>
                  <a:srgbClr val="89DCEB"/>
                </a:solidFill>
                <a:latin typeface="Cascadia Code"/>
              </a:rPr>
              <a:t>]</a:t>
            </a:r>
            <a:r>
              <a:rPr lang="en-US" sz="1300" dirty="0">
                <a:solidFill>
                  <a:srgbClr val="89DCEB"/>
                </a:solidFill>
                <a:latin typeface="Cascadia Code"/>
              </a:rPr>
              <a:t>,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solidFill>
                  <a:srgbClr val="CDD6F4"/>
                </a:solidFill>
                <a:latin typeface="Cascadia Code"/>
              </a:rPr>
              <a:t>  </a:t>
            </a:r>
            <a:r>
              <a:rPr lang="en-US" sz="1300" dirty="0">
                <a:solidFill>
                  <a:srgbClr val="74C7EC"/>
                </a:solidFill>
                <a:latin typeface="Cascadia Code"/>
              </a:rPr>
              <a:t>"enabled"</a:t>
            </a:r>
            <a:r>
              <a:rPr lang="en-US" sz="1300" dirty="0">
                <a:solidFill>
                  <a:srgbClr val="89DCEB"/>
                </a:solidFill>
                <a:latin typeface="Cascadia Code"/>
              </a:rPr>
              <a:t>: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 </a:t>
            </a:r>
            <a:r>
              <a:rPr lang="en-US" sz="1300" dirty="0">
                <a:solidFill>
                  <a:srgbClr val="CBA6F7"/>
                </a:solidFill>
                <a:latin typeface="Cascadia Code"/>
              </a:rPr>
              <a:t>true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solidFill>
                  <a:srgbClr val="89DCEB"/>
                </a:solidFill>
                <a:latin typeface="Cascadia Code"/>
              </a:rPr>
              <a:t>}</a:t>
            </a:r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Bar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AccentLin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914400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D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4638"/>
            <a:ext cx="7863840" cy="822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ctr"/>
          <a:lstStyle xmlns:a="http://schemas.openxmlformats.org/drawingml/2006/main"/>
          <a:p xmlns:a="http://schemas.openxmlformats.org/drawingml/2006/main">
            <a:r>
              <a:rPr lang="en-US" sz="3000" b="0" dirty="0">
                <a:solidFill>
                  <a:srgbClr val="2D2D2D"/>
                </a:solidFill>
                <a:latin typeface="Segoe UI"/>
              </a:rPr>
              <a:t>Bash Example</a:t>
            </a:r>
          </a:p>
        </p:txBody>
      </p:sp>
      <p:sp>
        <p:nvSpPr>
          <p:cNvPr id="5" name="Code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6238"/>
            <a:ext cx="7863840" cy="133857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E1E2E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82880" tIns="91440" rIns="182880" bIns="91440" rtlCol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solidFill>
                  <a:srgbClr val="6C7086"/>
                </a:solidFill>
                <a:latin typeface="Cascadia Code"/>
              </a:rPr>
              <a:t>#!/bin/bash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solidFill>
                  <a:srgbClr val="89B4FA"/>
                </a:solidFill>
                <a:latin typeface="Cascadia Code"/>
              </a:rPr>
              <a:t>echo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 </a:t>
            </a:r>
            <a:r>
              <a:rPr lang="en-US" sz="1300" dirty="0">
                <a:solidFill>
                  <a:srgbClr val="A6E3A1"/>
                </a:solidFill>
                <a:latin typeface="Cascadia Code"/>
              </a:rPr>
              <a:t>"Converting markdown to slides..."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solidFill>
                  <a:srgbClr val="CBA6F7"/>
                </a:solidFill>
                <a:latin typeface="Cascadia Code"/>
              </a:rPr>
              <a:t>for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 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file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 </a:t>
            </a:r>
            <a:r>
              <a:rPr lang="en-US" sz="1300" dirty="0">
                <a:solidFill>
                  <a:srgbClr val="CBA6F7"/>
                </a:solidFill>
                <a:latin typeface="Cascadia Code"/>
              </a:rPr>
              <a:t>in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 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*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.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md</a:t>
            </a:r>
            <a:r>
              <a:rPr lang="en-US" sz="1300" dirty="0">
                <a:solidFill>
                  <a:srgbClr val="89DCEB"/>
                </a:solidFill>
                <a:latin typeface="Cascadia Code"/>
              </a:rPr>
              <a:t>;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 </a:t>
            </a:r>
            <a:r>
              <a:rPr lang="en-US" sz="1300" dirty="0">
                <a:solidFill>
                  <a:srgbClr val="CBA6F7"/>
                </a:solidFill>
                <a:latin typeface="Cascadia Code"/>
              </a:rPr>
              <a:t>do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solidFill>
                  <a:srgbClr val="CDD6F4"/>
                </a:solidFill>
                <a:latin typeface="Cascadia Code"/>
              </a:rPr>
              <a:t>    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markmydeck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 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convert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 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-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i</a:t>
            </a:r>
            <a:r>
              <a:rPr lang="en-US" sz="1300" dirty="0">
                <a:solidFill>
                  <a:srgbClr val="CDD6F4"/>
                </a:solidFill>
                <a:latin typeface="Cascadia Code"/>
              </a:rPr>
              <a:t> </a:t>
            </a:r>
            <a:r>
              <a:rPr lang="en-US" sz="1300" dirty="0">
                <a:solidFill>
                  <a:srgbClr val="A6E3A1"/>
                </a:solidFill>
                <a:latin typeface="Cascadia Code"/>
              </a:rPr>
              <a:t>"$file"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solidFill>
                  <a:srgbClr val="CBA6F7"/>
                </a:solidFill>
                <a:latin typeface="Cascadia Code"/>
              </a:rPr>
              <a:t>done</a:t>
            </a:r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Bar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AccentLin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914400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D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4638"/>
            <a:ext cx="7863840" cy="822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ctr"/>
          <a:lstStyle xmlns:a="http://schemas.openxmlformats.org/drawingml/2006/main"/>
          <a:p xmlns:a="http://schemas.openxmlformats.org/drawingml/2006/main">
            <a:r>
              <a:rPr lang="en-US" sz="3000" b="0" dirty="0">
                <a:solidFill>
                  <a:srgbClr val="2D2D2D"/>
                </a:solidFill>
                <a:latin typeface="Segoe UI"/>
              </a:rPr>
              <a:t>Tables</a:t>
            </a:r>
          </a:p>
        </p:txBody>
      </p:sp>
      <p:graphicFrame>
        <p:nvGraphicFramePr>
          <p:cNvPr id="5" name="Table 6"/>
          <p:cNvGraphicFramePr/>
          <p:nvPr/>
        </p:nvGraphicFramePr>
        <p:xfrm>
          <a:off xmlns:a="http://schemas.openxmlformats.org/drawingml/2006/main" x="640080" y="1646238"/>
          <a:ext xmlns:a="http://schemas.openxmlformats.org/drawingml/2006/main" cx="7863840" cy="256032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931920"/>
                <a:gridCol w="393192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/>
                        </a:rPr>
                        <a:t>Feature</a:t>
                      </a:r>
                    </a:p>
                  </a:txBody>
                  <a:tcPr>
                    <a:lnL w="6350">
                      <a:solidFill>
                        <a:srgbClr val="DEE2E6"/>
                      </a:solidFill>
                    </a:lnL>
                    <a:lnR w="6350">
                      <a:solidFill>
                        <a:srgbClr val="DEE2E6"/>
                      </a:solidFill>
                    </a:lnR>
                    <a:lnT w="6350">
                      <a:solidFill>
                        <a:srgbClr val="DEE2E6"/>
                      </a:solidFill>
                    </a:lnT>
                    <a:lnB w="6350">
                      <a:solidFill>
                        <a:srgbClr val="DEE2E6"/>
                      </a:solidFill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>
                    <a:lnL w="6350">
                      <a:solidFill>
                        <a:srgbClr val="DEE2E6"/>
                      </a:solidFill>
                    </a:lnL>
                    <a:lnR w="6350">
                      <a:solidFill>
                        <a:srgbClr val="DEE2E6"/>
                      </a:solidFill>
                    </a:lnR>
                    <a:lnT w="6350">
                      <a:solidFill>
                        <a:srgbClr val="DEE2E6"/>
                      </a:solidFill>
                    </a:lnT>
                    <a:lnB w="6350">
                      <a:solidFill>
                        <a:srgbClr val="DEE2E6"/>
                      </a:solidFill>
                    </a:lnB>
                    <a:solidFill>
                      <a:srgbClr val="1B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2D2D2D"/>
                          </a:solidFill>
                          <a:latin typeface="Segoe UI"/>
                        </a:rPr>
                        <a:t>Headings</a:t>
                      </a:r>
                    </a:p>
                  </a:txBody>
                  <a:tcPr>
                    <a:lnL w="6350">
                      <a:solidFill>
                        <a:srgbClr val="DEE2E6"/>
                      </a:solidFill>
                    </a:lnL>
                    <a:lnR w="6350">
                      <a:solidFill>
                        <a:srgbClr val="DEE2E6"/>
                      </a:solidFill>
                    </a:lnR>
                    <a:lnT w="6350">
                      <a:solidFill>
                        <a:srgbClr val="DEE2E6"/>
                      </a:solidFill>
                    </a:lnT>
                    <a:lnB w="6350">
                      <a:solidFill>
                        <a:srgbClr val="DEE2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2D2D2D"/>
                          </a:solidFill>
                          <a:latin typeface="Segoe UI"/>
                        </a:rPr>
                        <a:t>✅ Supported</a:t>
                      </a:r>
                    </a:p>
                  </a:txBody>
                  <a:tcPr>
                    <a:lnL w="6350">
                      <a:solidFill>
                        <a:srgbClr val="DEE2E6"/>
                      </a:solidFill>
                    </a:lnL>
                    <a:lnR w="6350">
                      <a:solidFill>
                        <a:srgbClr val="DEE2E6"/>
                      </a:solidFill>
                    </a:lnR>
                    <a:lnT w="6350">
                      <a:solidFill>
                        <a:srgbClr val="DEE2E6"/>
                      </a:solidFill>
                    </a:lnT>
                    <a:lnB w="6350">
                      <a:solidFill>
                        <a:srgbClr val="DEE2E6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2D2D2D"/>
                          </a:solidFill>
                          <a:latin typeface="Segoe UI"/>
                        </a:rPr>
                        <a:t>Bold/Italic</a:t>
                      </a:r>
                    </a:p>
                  </a:txBody>
                  <a:tcPr>
                    <a:lnL w="6350">
                      <a:solidFill>
                        <a:srgbClr val="DEE2E6"/>
                      </a:solidFill>
                    </a:lnL>
                    <a:lnR w="6350">
                      <a:solidFill>
                        <a:srgbClr val="DEE2E6"/>
                      </a:solidFill>
                    </a:lnR>
                    <a:lnT w="6350">
                      <a:solidFill>
                        <a:srgbClr val="DEE2E6"/>
                      </a:solidFill>
                    </a:lnT>
                    <a:lnB w="6350">
                      <a:solidFill>
                        <a:srgbClr val="DEE2E6"/>
                      </a:solidFill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2D2D2D"/>
                          </a:solidFill>
                          <a:latin typeface="Segoe UI"/>
                        </a:rPr>
                        <a:t>✅ Supported</a:t>
                      </a:r>
                    </a:p>
                  </a:txBody>
                  <a:tcPr>
                    <a:lnL w="6350">
                      <a:solidFill>
                        <a:srgbClr val="DEE2E6"/>
                      </a:solidFill>
                    </a:lnL>
                    <a:lnR w="6350">
                      <a:solidFill>
                        <a:srgbClr val="DEE2E6"/>
                      </a:solidFill>
                    </a:lnR>
                    <a:lnT w="6350">
                      <a:solidFill>
                        <a:srgbClr val="DEE2E6"/>
                      </a:solidFill>
                    </a:lnT>
                    <a:lnB w="6350">
                      <a:solidFill>
                        <a:srgbClr val="DEE2E6"/>
                      </a:solidFill>
                    </a:lnB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2D2D2D"/>
                          </a:solidFill>
                          <a:latin typeface="Segoe UI"/>
                        </a:rPr>
                        <a:t>Code Blocks</a:t>
                      </a:r>
                    </a:p>
                  </a:txBody>
                  <a:tcPr>
                    <a:lnL w="6350">
                      <a:solidFill>
                        <a:srgbClr val="DEE2E6"/>
                      </a:solidFill>
                    </a:lnL>
                    <a:lnR w="6350">
                      <a:solidFill>
                        <a:srgbClr val="DEE2E6"/>
                      </a:solidFill>
                    </a:lnR>
                    <a:lnT w="6350">
                      <a:solidFill>
                        <a:srgbClr val="DEE2E6"/>
                      </a:solidFill>
                    </a:lnT>
                    <a:lnB w="6350">
                      <a:solidFill>
                        <a:srgbClr val="DEE2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2D2D2D"/>
                          </a:solidFill>
                          <a:latin typeface="Segoe UI"/>
                        </a:rPr>
                        <a:t>✅ Supported</a:t>
                      </a:r>
                    </a:p>
                  </a:txBody>
                  <a:tcPr>
                    <a:lnL w="6350">
                      <a:solidFill>
                        <a:srgbClr val="DEE2E6"/>
                      </a:solidFill>
                    </a:lnL>
                    <a:lnR w="6350">
                      <a:solidFill>
                        <a:srgbClr val="DEE2E6"/>
                      </a:solidFill>
                    </a:lnR>
                    <a:lnT w="6350">
                      <a:solidFill>
                        <a:srgbClr val="DEE2E6"/>
                      </a:solidFill>
                    </a:lnT>
                    <a:lnB w="6350">
                      <a:solidFill>
                        <a:srgbClr val="DEE2E6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2D2D2D"/>
                          </a:solidFill>
                          <a:latin typeface="Segoe UI"/>
                        </a:rPr>
                        <a:t>Tables</a:t>
                      </a:r>
                    </a:p>
                  </a:txBody>
                  <a:tcPr>
                    <a:lnL w="6350">
                      <a:solidFill>
                        <a:srgbClr val="DEE2E6"/>
                      </a:solidFill>
                    </a:lnL>
                    <a:lnR w="6350">
                      <a:solidFill>
                        <a:srgbClr val="DEE2E6"/>
                      </a:solidFill>
                    </a:lnR>
                    <a:lnT w="6350">
                      <a:solidFill>
                        <a:srgbClr val="DEE2E6"/>
                      </a:solidFill>
                    </a:lnT>
                    <a:lnB w="6350">
                      <a:solidFill>
                        <a:srgbClr val="DEE2E6"/>
                      </a:solidFill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2D2D2D"/>
                          </a:solidFill>
                          <a:latin typeface="Segoe UI"/>
                        </a:rPr>
                        <a:t>✅ Supported</a:t>
                      </a:r>
                    </a:p>
                  </a:txBody>
                  <a:tcPr>
                    <a:lnL w="6350">
                      <a:solidFill>
                        <a:srgbClr val="DEE2E6"/>
                      </a:solidFill>
                    </a:lnL>
                    <a:lnR w="6350">
                      <a:solidFill>
                        <a:srgbClr val="DEE2E6"/>
                      </a:solidFill>
                    </a:lnR>
                    <a:lnT w="6350">
                      <a:solidFill>
                        <a:srgbClr val="DEE2E6"/>
                      </a:solidFill>
                    </a:lnT>
                    <a:lnB w="6350">
                      <a:solidFill>
                        <a:srgbClr val="DEE2E6"/>
                      </a:solidFill>
                    </a:lnB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2D2D2D"/>
                          </a:solidFill>
                          <a:latin typeface="Segoe UI"/>
                        </a:rPr>
                        <a:t>Lists</a:t>
                      </a:r>
                    </a:p>
                  </a:txBody>
                  <a:tcPr>
                    <a:lnL w="6350">
                      <a:solidFill>
                        <a:srgbClr val="DEE2E6"/>
                      </a:solidFill>
                    </a:lnL>
                    <a:lnR w="6350">
                      <a:solidFill>
                        <a:srgbClr val="DEE2E6"/>
                      </a:solidFill>
                    </a:lnR>
                    <a:lnT w="6350">
                      <a:solidFill>
                        <a:srgbClr val="DEE2E6"/>
                      </a:solidFill>
                    </a:lnT>
                    <a:lnB w="6350">
                      <a:solidFill>
                        <a:srgbClr val="DEE2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2D2D2D"/>
                          </a:solidFill>
                          <a:latin typeface="Segoe UI"/>
                        </a:rPr>
                        <a:t>✅ Supported</a:t>
                      </a:r>
                    </a:p>
                  </a:txBody>
                  <a:tcPr>
                    <a:lnL w="6350">
                      <a:solidFill>
                        <a:srgbClr val="DEE2E6"/>
                      </a:solidFill>
                    </a:lnL>
                    <a:lnR w="6350">
                      <a:solidFill>
                        <a:srgbClr val="DEE2E6"/>
                      </a:solidFill>
                    </a:lnR>
                    <a:lnT w="6350">
                      <a:solidFill>
                        <a:srgbClr val="DEE2E6"/>
                      </a:solidFill>
                    </a:lnT>
                    <a:lnB w="6350">
                      <a:solidFill>
                        <a:srgbClr val="DEE2E6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2D2D2D"/>
                          </a:solidFill>
                          <a:latin typeface="Segoe UI"/>
                        </a:rPr>
                        <a:t>Links</a:t>
                      </a:r>
                    </a:p>
                  </a:txBody>
                  <a:tcPr>
                    <a:lnL w="6350">
                      <a:solidFill>
                        <a:srgbClr val="DEE2E6"/>
                      </a:solidFill>
                    </a:lnL>
                    <a:lnR w="6350">
                      <a:solidFill>
                        <a:srgbClr val="DEE2E6"/>
                      </a:solidFill>
                    </a:lnR>
                    <a:lnT w="6350">
                      <a:solidFill>
                        <a:srgbClr val="DEE2E6"/>
                      </a:solidFill>
                    </a:lnT>
                    <a:lnB w="6350">
                      <a:solidFill>
                        <a:srgbClr val="DEE2E6"/>
                      </a:solidFill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2D2D2D"/>
                          </a:solidFill>
                          <a:latin typeface="Segoe UI"/>
                        </a:rPr>
                        <a:t>✅ Supported</a:t>
                      </a:r>
                    </a:p>
                  </a:txBody>
                  <a:tcPr>
                    <a:lnL w="6350">
                      <a:solidFill>
                        <a:srgbClr val="DEE2E6"/>
                      </a:solidFill>
                    </a:lnL>
                    <a:lnR w="6350">
                      <a:solidFill>
                        <a:srgbClr val="DEE2E6"/>
                      </a:solidFill>
                    </a:lnR>
                    <a:lnT w="6350">
                      <a:solidFill>
                        <a:srgbClr val="DEE2E6"/>
                      </a:solidFill>
                    </a:lnT>
                    <a:lnB w="6350">
                      <a:solidFill>
                        <a:srgbClr val="DEE2E6"/>
                      </a:solidFill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Bar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AccentLin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914400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D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4638"/>
            <a:ext cx="7863840" cy="822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ctr"/>
          <a:lstStyle xmlns:a="http://schemas.openxmlformats.org/drawingml/2006/main"/>
          <a:p xmlns:a="http://schemas.openxmlformats.org/drawingml/2006/main">
            <a:r>
              <a:rPr lang="en-US" sz="3000" b="0" dirty="0">
                <a:solidFill>
                  <a:srgbClr val="2D2D2D"/>
                </a:solidFill>
                <a:latin typeface="Segoe UI"/>
              </a:rPr>
              <a:t>Lists</a:t>
            </a:r>
          </a:p>
        </p:txBody>
      </p:sp>
      <p:sp>
        <p:nvSpPr>
          <p:cNvPr id="5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6238"/>
            <a:ext cx="7863840" cy="484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</a:pPr>
            <a:r>
              <a:rPr lang="en-US" sz="2400" b="1" dirty="0">
                <a:solidFill>
                  <a:srgbClr val="2D2D2D"/>
                </a:solidFill>
                <a:latin typeface="Segoe UI"/>
              </a:rPr>
              <a:t>Unordered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2D2D2D"/>
                </a:solidFill>
                <a:latin typeface="Segoe UI"/>
              </a:rPr>
              <a:t>• 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First item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2D2D2D"/>
                </a:solidFill>
                <a:latin typeface="Segoe UI"/>
              </a:rPr>
              <a:t>• 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Second item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2D2D2D"/>
                </a:solidFill>
                <a:latin typeface="Segoe UI"/>
              </a:rPr>
              <a:t>• 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Third item with </a:t>
            </a:r>
            <a:r>
              <a:rPr lang="en-US" sz="1800" b="1" dirty="0">
                <a:solidFill>
                  <a:srgbClr val="2D2D2D"/>
                </a:solidFill>
                <a:latin typeface="Segoe UI"/>
              </a:rPr>
              <a:t>bold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 text</a:t>
            </a:r>
          </a:p>
          <a:p xmlns:a="http://schemas.openxmlformats.org/drawingml/2006/main">
            <a:pPr>
              <a:spcBef>
                <a:spcPts val="600"/>
              </a:spcBef>
            </a:pPr>
            <a:r>
              <a:rPr lang="en-US" sz="2400" b="1" dirty="0">
                <a:solidFill>
                  <a:srgbClr val="2D2D2D"/>
                </a:solidFill>
                <a:latin typeface="Segoe UI"/>
              </a:rPr>
              <a:t>Ordered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2D2D2D"/>
                </a:solidFill>
                <a:latin typeface="Segoe UI"/>
              </a:rPr>
              <a:t>1. 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Step one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2D2D2D"/>
                </a:solidFill>
                <a:latin typeface="Segoe UI"/>
              </a:rPr>
              <a:t>2. 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Step two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2D2D2D"/>
                </a:solidFill>
                <a:latin typeface="Segoe UI"/>
              </a:rPr>
              <a:t>3. 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Step three</a:t>
            </a:r>
          </a:p>
        </p:txBody>
      </p:sp>
    </p:spTree>
  </p:cSld>
  <p:clrMapOvr>
    <a:masterClrMapping xmlns:a="http://schemas.openxmlformats.org/drawingml/2006/main"/>
  </p:clrMapOvr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Bar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AccentLin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914400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D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4638"/>
            <a:ext cx="7863840" cy="822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ctr"/>
          <a:lstStyle xmlns:a="http://schemas.openxmlformats.org/drawingml/2006/main"/>
          <a:p xmlns:a="http://schemas.openxmlformats.org/drawingml/2006/main">
            <a:r>
              <a:rPr lang="en-US" sz="3000" b="0" dirty="0">
                <a:solidFill>
                  <a:srgbClr val="2D2D2D"/>
                </a:solidFill>
                <a:latin typeface="Segoe UI"/>
              </a:rPr>
              <a:t>Links and Formatting</a:t>
            </a:r>
          </a:p>
        </p:txBody>
      </p:sp>
      <p:sp>
        <p:nvSpPr>
          <p:cNvPr id="5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6238"/>
            <a:ext cx="7863840" cy="484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r>
              <a:rPr lang="en-US" sz="1800" dirty="0">
                <a:solidFill>
                  <a:srgbClr val="2D2D2D"/>
                </a:solidFill>
                <a:latin typeface="Segoe UI"/>
              </a:rPr>
              <a:t>Visit </a:t>
            </a:r>
            <a:r>
              <a:rPr lang="en-US" sz="1800" u="sng" dirty="0">
                <a:solidFill>
                  <a:srgbClr val="2E86DE"/>
                </a:solidFill>
                <a:latin typeface="Segoe UI"/>
                <a:hlinkClick xmlns:r="http://schemas.openxmlformats.org/officeDocument/2006/relationships" r:id="R2ecd72e98be84f11"/>
              </a:rPr>
              <a:t>MarkMyDeck on GitHub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 for more info.</a:t>
            </a:r>
          </a:p>
          <a:p xmlns:a="http://schemas.openxmlformats.org/drawingml/2006/main">
            <a:r>
              <a:rPr lang="en-US" sz="1800" dirty="0">
                <a:solidFill>
                  <a:srgbClr val="2D2D2D"/>
                </a:solidFill>
                <a:latin typeface="Segoe UI"/>
              </a:rPr>
              <a:t>This text has </a:t>
            </a:r>
            <a:r>
              <a:rPr lang="en-US" sz="1800" b="1" dirty="0">
                <a:solidFill>
                  <a:srgbClr val="2D2D2D"/>
                </a:solidFill>
                <a:latin typeface="Segoe UI"/>
              </a:rPr>
              <a:t>bold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, </a:t>
            </a:r>
            <a:r>
              <a:rPr lang="en-US" sz="1800" i="1" dirty="0">
                <a:solidFill>
                  <a:srgbClr val="2D2D2D"/>
                </a:solidFill>
                <a:latin typeface="Segoe UI"/>
              </a:rPr>
              <a:t>italic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, and </a:t>
            </a:r>
            <a:r>
              <a:rPr lang="en-US" sz="1300" dirty="0">
                <a:solidFill>
                  <a:srgbClr val="2D2D2D"/>
                </a:solidFill>
                <a:latin typeface="Cascadia Code"/>
              </a:rPr>
              <a:t>inline code</a:t>
            </a:r>
            <a:r>
              <a:rPr lang="en-US" sz="1800" dirty="0">
                <a:solidFill>
                  <a:srgbClr val="2D2D2D"/>
                </a:solidFill>
                <a:latin typeface="Segoe UI"/>
              </a:rPr>
              <a:t> formatting.</a:t>
            </a:r>
          </a:p>
          <a:p xmlns:a="http://schemas.openxmlformats.org/drawingml/2006/main">
            <a:pPr>
              <a:spcBef>
                <a:spcPts val="200"/>
              </a:spcBef>
            </a:pPr>
            <a:r>
              <a:rPr lang="en-US" sz="1800" i="1" dirty="0">
                <a:latin typeface="Segoe UI"/>
              </a:rPr>
              <a:t>    </a:t>
            </a:r>
            <a:r>
              <a:rPr lang="en-US" sz="1800" i="1" dirty="0">
                <a:solidFill>
                  <a:srgbClr val="2D2D2D"/>
                </a:solidFill>
                <a:latin typeface="Segoe UI"/>
              </a:rPr>
              <a:t>This is a block quote — great for callouts and notes.</a:t>
            </a:r>
          </a:p>
        </p:txBody>
      </p:sp>
    </p:spTree>
  </p:cSld>
  <p:clrMapOvr>
    <a:masterClrMapping xmlns:a="http://schemas.openxmlformats.org/drawingml/2006/main"/>
  </p:clrMapOvr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Bar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AccentLin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914400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D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4638"/>
            <a:ext cx="7863840" cy="822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ctr"/>
          <a:lstStyle xmlns:a="http://schemas.openxmlformats.org/drawingml/2006/main"/>
          <a:p xmlns:a="http://schemas.openxmlformats.org/drawingml/2006/main">
            <a:r>
              <a:rPr lang="en-US" sz="3600" b="0" dirty="0">
                <a:solidFill>
                  <a:srgbClr val="2D2D2D"/>
                </a:solidFill>
                <a:latin typeface="Segoe UI"/>
              </a:rPr>
              <a:t>Thank You!</a:t>
            </a:r>
          </a:p>
        </p:txBody>
      </p:sp>
      <p:sp>
        <p:nvSpPr>
          <p:cNvPr id="5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6238"/>
            <a:ext cx="7863840" cy="484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r>
              <a:rPr lang="en-US" sz="1800" dirty="0">
                <a:solidFill>
                  <a:srgbClr val="2D2D2D"/>
                </a:solidFill>
                <a:latin typeface="Segoe UI"/>
              </a:rPr>
              <a:t>Built with Markdig, DocumentFormat.OpenXml, and ColorCode.Core.</a:t>
            </a:r>
          </a:p>
        </p:txBody>
      </p:sp>
    </p:spTree>
  </p:cSld>
  <p:clrMapOvr>
    <a:masterClrMapping xmlns:a="http://schemas.openxmlformats.org/drawingml/2006/main"/>
  </p:clrMapOvr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Bar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AccentLin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914400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D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4638"/>
            <a:ext cx="7863840" cy="822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ctr"/>
          <a:lstStyle xmlns:a="http://schemas.openxmlformats.org/drawingml/2006/main"/>
          <a:p xmlns:a="http://schemas.openxmlformats.org/drawingml/2006/main">
            <a:r>
              <a:rPr lang="en-US" sz="3600" b="0" dirty="0">
                <a:solidFill>
                  <a:srgbClr val="2D2D2D"/>
                </a:solidFill>
                <a:latin typeface="Segoe UI"/>
              </a:rPr>
              <a:t>Images</a:t>
            </a:r>
          </a:p>
        </p:txBody>
      </p:sp>
      <p:sp>
        <p:nvSpPr>
          <p:cNvPr id="5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6238"/>
            <a:ext cx="786384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r>
              <a:rPr lang="en-US" sz="1800" dirty="0">
                <a:solidFill>
                  <a:srgbClr val="2D2D2D"/>
                </a:solidFill>
                <a:latin typeface="Segoe UI"/>
              </a:rPr>
              <a:t>Here's an embedded image:</a:t>
            </a:r>
          </a:p>
          <a:p xmlns:a="http://schemas.openxmlformats.org/drawingml/2006/main"/>
        </p:txBody>
      </p:sp>
      <p:pic>
        <p:nvPicPr>
          <p:cNvPr id="6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a57ff06b6441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40080" y="2377758"/>
            <a:ext cx="1905000" cy="9525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