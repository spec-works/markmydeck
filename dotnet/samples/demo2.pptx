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e65cc7e03c34d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1"/>
  </p:sldMasterIdLst>
  <p:sldIdLst>
    <p:sldId xmlns:r="http://schemas.openxmlformats.org/officeDocument/2006/relationships" id="256" r:id="rId2"/>
    <p:sldId xmlns:r="http://schemas.openxmlformats.org/officeDocument/2006/relationships" id="257" r:id="rId3"/>
    <p:sldId xmlns:r="http://schemas.openxmlformats.org/officeDocument/2006/relationships" id="258" r:id="rId4"/>
    <p:sldId xmlns:r="http://schemas.openxmlformats.org/officeDocument/2006/relationships" id="259" r:id="rId5"/>
    <p:sldId xmlns:r="http://schemas.openxmlformats.org/officeDocument/2006/relationships" id="260" r:id="rId6"/>
    <p:sldId xmlns:r="http://schemas.openxmlformats.org/officeDocument/2006/relationships" id="261" r:id="rId7"/>
    <p:sldId xmlns:r="http://schemas.openxmlformats.org/officeDocument/2006/relationships" id="262" r:id="rId8"/>
    <p:sldId xmlns:r="http://schemas.openxmlformats.org/officeDocument/2006/relationships" id="263" r:id="rId9"/>
    <p:sldId xmlns:r="http://schemas.openxmlformats.org/officeDocument/2006/relationships" id="264" r:id="rId10"/>
  </p:sldIdLst>
  <p:sldSz cx="9144000" cy="6858000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slide" Target="/ppt/slides/slide1.xml" Id="rId2" /><Relationship Type="http://schemas.openxmlformats.org/officeDocument/2006/relationships/slide" Target="/ppt/slides/slide2.xml" Id="rId3" /><Relationship Type="http://schemas.openxmlformats.org/officeDocument/2006/relationships/slide" Target="/ppt/slides/slide3.xml" Id="rId4" /><Relationship Type="http://schemas.openxmlformats.org/officeDocument/2006/relationships/slide" Target="/ppt/slides/slide4.xml" Id="rId5" /><Relationship Type="http://schemas.openxmlformats.org/officeDocument/2006/relationships/slide" Target="/ppt/slides/slide5.xml" Id="rId6" /><Relationship Type="http://schemas.openxmlformats.org/officeDocument/2006/relationships/slide" Target="/ppt/slides/slide6.xml" Id="rId7" /><Relationship Type="http://schemas.openxmlformats.org/officeDocument/2006/relationships/slide" Target="/ppt/slides/slide7.xml" Id="rId8" /><Relationship Type="http://schemas.openxmlformats.org/officeDocument/2006/relationships/slide" Target="/ppt/slides/slide8.xml" Id="rId9" /><Relationship Type="http://schemas.openxmlformats.org/officeDocument/2006/relationships/slide" Target="/ppt/slides/slide9.xml" Id="rId10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slideMasters/theme/theme1.xml" Id="rId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</p:sldMaster>
</file>

<file path=ppt/slideMasters/theme/theme1.xml><?xml version="1.0" encoding="utf-8"?>
<a:theme xmlns:a="http://schemas.openxmlformats.org/drawingml/2006/main" name="MarkMyDeck Theme">
  <a:themeElements>
    <a:clrScheme name="MarkMyDeck">
      <a:dk1>
        <a:srgbClr val="1B3A5C"/>
      </a:dk1>
      <a:lt1>
        <a:srgbClr val="FAFBFC"/>
      </a:lt1>
      <a:dk2>
        <a:srgbClr val="2D2D2D"/>
      </a:dk2>
      <a:lt2>
        <a:srgbClr val="F0F4F8"/>
      </a:lt2>
      <a:accent1>
        <a:srgbClr val="2E86DE"/>
      </a:accent1>
      <a:accent2>
        <a:srgbClr val="10AC84"/>
      </a:accent2>
      <a:accent3>
        <a:srgbClr val="EE5A24"/>
      </a:accent3>
      <a:accent4>
        <a:srgbClr val="6C5CE7"/>
      </a:accent4>
      <a:accent5>
        <a:srgbClr val="FDA7DF"/>
      </a:accent5>
      <a:accent6>
        <a:srgbClr val="F9CA24"/>
      </a:accent6>
      <a:hlink>
        <a:srgbClr val="2E86DE"/>
      </a:hlink>
      <a:folHlink>
        <a:srgbClr val="6C5CE7"/>
      </a:folHlink>
    </a:clrScheme>
    <a:fontScheme name="MarkMyDeck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MarkMyDec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</a:ln>
        <a:ln w="12700" cap="flat" cmpd="sng" algn="ctr">
          <a:solidFill>
            <a:schemeClr val="phClr"/>
          </a:solidFill>
        </a:ln>
        <a:ln w="1905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hyperlink" Target="https://github.com/spec-works/MarkMyDeck" TargetMode="External" Id="Rd3ccae5daca84f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image" Target="/ppt/media/image.jpg" Id="Rce719a5b126b4e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b="0" dirty="0">
                <a:solidFill>
                  <a:srgbClr val="2D2D2D"/>
                </a:solidFill>
                <a:latin typeface="Segoe UI"/>
              </a:rPr>
              <a:t>MarkMyDeck Demo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Welcome to MarkMyDeck — a Markdown to PowerPoint converter.</a:t>
            </a:r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Features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Convert Markdown to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.pptx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presentations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Syntax highlighting for code blocks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Tables, lists, links, and more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Built with the same libraries as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MarkMyWord</a:t>
            </a:r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Code Example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Here's a JSON snippet with syntax highlighting:</a:t>
            </a:r>
          </a:p>
        </p:txBody>
      </p:sp>
      <p:sp>
        <p:nvSpPr>
          <p:cNvPr id="6" name="Code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57718"/>
            <a:ext cx="7863840" cy="156971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89DCEB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"name"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"MarkMyDeck"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"version"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"0.1.0"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"features"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[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"slides"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"code"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"tables"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]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"enabled"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BA6F7"/>
                </a:solidFill>
                <a:latin typeface="Cascadia Code"/>
              </a:rPr>
              <a:t>true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89DCEB"/>
                </a:solidFill>
                <a:latin typeface="Cascadia Code"/>
              </a:rPr>
              <a:t>}</a:t>
            </a:r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Bash Example</a:t>
            </a:r>
          </a:p>
        </p:txBody>
      </p:sp>
      <p:sp>
        <p:nvSpPr>
          <p:cNvPr id="5" name="Cod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133857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6C7086"/>
                </a:solidFill>
                <a:latin typeface="Cascadia Code"/>
              </a:rPr>
              <a:t>#!/bin/bash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89B4FA"/>
                </a:solidFill>
                <a:latin typeface="Cascadia Code"/>
              </a:rPr>
              <a:t>echo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"Converting markdown to slides..."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BA6F7"/>
                </a:solidFill>
                <a:latin typeface="Cascadia Code"/>
              </a:rPr>
              <a:t>for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file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BA6F7"/>
                </a:solidFill>
                <a:latin typeface="Cascadia Code"/>
              </a:rPr>
              <a:t>in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*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md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;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BA6F7"/>
                </a:solidFill>
                <a:latin typeface="Cascadia Code"/>
              </a:rPr>
              <a:t>do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markmydeck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"$file"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BA6F7"/>
                </a:solidFill>
                <a:latin typeface="Cascadia Code"/>
              </a:rPr>
              <a:t>done</a:t>
            </a:r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Tables</a:t>
            </a:r>
          </a:p>
        </p:txBody>
      </p:sp>
      <p:graphicFrame>
        <p:nvGraphicFramePr>
          <p:cNvPr id="5" name="Table 6"/>
          <p:cNvGraphicFramePr/>
          <p:nvPr/>
        </p:nvGraphicFramePr>
        <p:xfrm>
          <a:off xmlns:a="http://schemas.openxmlformats.org/drawingml/2006/main" x="640080" y="1646238"/>
          <a:ext xmlns:a="http://schemas.openxmlformats.org/drawingml/2006/main" cx="7863840" cy="256032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931920"/>
                <a:gridCol w="3931920"/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/>
                        </a:rPr>
                        <a:t>Feature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Headings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✅ Supported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Bold/Italic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✅ Supported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Code Blocks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✅ Supported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Tables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✅ Supported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Lists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✅ Supported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Links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✅ Supported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Lists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Unordered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First item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Second item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Third item with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bold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text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Ordered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1.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Step one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2.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Step two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3.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Step three</a:t>
            </a:r>
          </a:p>
        </p:txBody>
      </p:sp>
    </p:spTree>
  </p:cSld>
  <p:clrMapOvr>
    <a:masterClrMapping xmlns:a="http://schemas.openxmlformats.org/drawingml/2006/main"/>
  </p:clrMapOvr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Links and Formatting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Visit </a:t>
            </a:r>
            <a:r>
              <a:rPr lang="en-US" sz="1800" u="sng" dirty="0">
                <a:solidFill>
                  <a:srgbClr val="2E86DE"/>
                </a:solidFill>
                <a:latin typeface="Segoe UI"/>
                <a:hlinkClick xmlns:r="http://schemas.openxmlformats.org/officeDocument/2006/relationships" r:id="Rd3ccae5daca84fad"/>
              </a:rPr>
              <a:t>MarkMyDeck on GitHub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for more info.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This text has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bold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, </a:t>
            </a:r>
            <a:r>
              <a:rPr lang="en-US" sz="1800" i="1" dirty="0">
                <a:solidFill>
                  <a:srgbClr val="2D2D2D"/>
                </a:solidFill>
                <a:latin typeface="Segoe UI"/>
              </a:rPr>
              <a:t>italic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, and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inline code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formatting.</a:t>
            </a:r>
          </a:p>
          <a:p xmlns:a="http://schemas.openxmlformats.org/drawingml/2006/main">
            <a:pPr>
              <a:spcBef>
                <a:spcPts val="200"/>
              </a:spcBef>
            </a:pPr>
            <a:r>
              <a:rPr lang="en-US" sz="1800" i="1" dirty="0">
                <a:latin typeface="Segoe UI"/>
              </a:rPr>
              <a:t>    </a:t>
            </a:r>
            <a:r>
              <a:rPr lang="en-US" sz="1800" i="1" dirty="0">
                <a:solidFill>
                  <a:srgbClr val="2D2D2D"/>
                </a:solidFill>
                <a:latin typeface="Segoe UI"/>
              </a:rPr>
              <a:t>This is a block quote — great for callouts and notes.</a:t>
            </a:r>
          </a:p>
        </p:txBody>
      </p:sp>
    </p:spTree>
  </p:cSld>
  <p:clrMapOvr>
    <a:masterClrMapping xmlns:a="http://schemas.openxmlformats.org/drawingml/2006/main"/>
  </p:clrMapOvr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b="0" dirty="0">
                <a:solidFill>
                  <a:srgbClr val="2D2D2D"/>
                </a:solidFill>
                <a:latin typeface="Segoe UI"/>
              </a:rPr>
              <a:t>Thank You!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Built with Markdig, DocumentFormat.OpenXml, and ColorCode.Core.</a:t>
            </a:r>
          </a:p>
        </p:txBody>
      </p:sp>
    </p:spTree>
  </p:cSld>
  <p:clrMapOvr>
    <a:masterClrMapping xmlns:a="http://schemas.openxmlformats.org/drawingml/2006/main"/>
  </p:clrMapOvr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b="0" dirty="0">
                <a:solidFill>
                  <a:srgbClr val="2D2D2D"/>
                </a:solidFill>
                <a:latin typeface="Segoe UI"/>
              </a:rPr>
              <a:t>Images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Here's an embedded image:</a:t>
            </a:r>
          </a:p>
          <a:p xmlns:a="http://schemas.openxmlformats.org/drawingml/2006/main"/>
        </p:txBody>
      </p:sp>
      <p:pic>
        <p:nvPicPr>
          <p:cNvPr id="6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719a5b126b4e1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40080" y="2377758"/>
            <a:ext cx="7543800" cy="3771900"/>
          </a:xfrm>
          <a:prstGeom xmlns:a="http://schemas.openxmlformats.org/drawingml/2006/main" prst="rect">
            <a:avLst/>
          </a:prstGeom>
        </p:spPr>
      </p:pic>
    </p:spTree>
  </p:cSld>
  <p:clrMapOvr>
    <a:masterClrMapping xmlns:a="http://schemas.openxmlformats.org/drawingml/2006/main"/>
  </p:clrMapOvr>
</p:sld>
</file>