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6373d4e6d364c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  <p:sldId xmlns:r="http://schemas.openxmlformats.org/officeDocument/2006/relationships" id="259" r:id="rId5"/>
    <p:sldId xmlns:r="http://schemas.openxmlformats.org/officeDocument/2006/relationships" id="260" r:id="rId6"/>
    <p:sldId xmlns:r="http://schemas.openxmlformats.org/officeDocument/2006/relationships" id="261" r:id="rId7"/>
    <p:sldId xmlns:r="http://schemas.openxmlformats.org/officeDocument/2006/relationships" id="262" r:id="rId8"/>
    <p:sldId xmlns:r="http://schemas.openxmlformats.org/officeDocument/2006/relationships" id="263" r:id="rId9"/>
    <p:sldId xmlns:r="http://schemas.openxmlformats.org/officeDocument/2006/relationships" id="264" r:id="rId10"/>
  </p:sldIdLst>
  <p:sldSz cx="91440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Relationship Type="http://schemas.openxmlformats.org/officeDocument/2006/relationships/slide" Target="/ppt/slides/slide9.xml" Id="rId1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1.xml" Id="rI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Masters/theme/theme1.xml><?xml version="1.0" encoding="utf-8"?>
<a:theme xmlns:a="http://schemas.openxmlformats.org/drawingml/2006/main" name="MarkMyDeck Theme">
  <a:themeElements>
    <a:clrScheme name="MarkMyDeck">
      <a:dk1>
        <a:srgbClr val="1B3A5C"/>
      </a:dk1>
      <a:lt1>
        <a:srgbClr val="FAFBFC"/>
      </a:lt1>
      <a:dk2>
        <a:srgbClr val="2D2D2D"/>
      </a:dk2>
      <a:lt2>
        <a:srgbClr val="F0F4F8"/>
      </a:lt2>
      <a:accent1>
        <a:srgbClr val="2E86DE"/>
      </a:accent1>
      <a:accent2>
        <a:srgbClr val="10AC84"/>
      </a:accent2>
      <a:accent3>
        <a:srgbClr val="EE5A24"/>
      </a:accent3>
      <a:accent4>
        <a:srgbClr val="6C5CE7"/>
      </a:accent4>
      <a:accent5>
        <a:srgbClr val="FDA7DF"/>
      </a:accent5>
      <a:accent6>
        <a:srgbClr val="F9CA24"/>
      </a:accent6>
      <a:hlink>
        <a:srgbClr val="2E86DE"/>
      </a:hlink>
      <a:folHlink>
        <a:srgbClr val="6C5CE7"/>
      </a:folHlink>
    </a:clrScheme>
    <a:fontScheme name="MarkMyDeck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MarkM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jpg" Id="Rc275f2d3d7454f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github.com/spec-works/MarkMyDeck" TargetMode="External" Id="R638cd59dea8d4b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2.jpg" Id="R061787b925a74a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MarkMyDeck Demo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Welcome to MarkMyDeck — a Markdown to PowerPoint converter.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Features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5257959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Convert Markdown to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.pptx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presentations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Syntax highlighting for code blocks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Tables, lists, links, and more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Built with the same libraries as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MarkMyWord</a:t>
            </a:r>
          </a:p>
          <a:p xmlns:a="http://schemas.openxmlformats.org/drawingml/2006/main"/>
        </p:txBody>
      </p:sp>
      <p:pic>
        <p:nvPicPr>
          <p:cNvPr id="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5f2d3d7454fe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080919" y="1646238"/>
            <a:ext cx="2423001" cy="4846002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Code Example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Here's a JSON snippet with syntax highlighting: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156971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"name"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"MarkMyDeck"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"version"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"0.1.0"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"features"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[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"slides"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"code"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"tables"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]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"enabled"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true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Bash Example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#!/bin/bash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B4FA"/>
                </a:solidFill>
                <a:latin typeface="Cascadia Code"/>
              </a:rPr>
              <a:t>echo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"Converting markdown to slides..."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for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file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in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*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;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do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markmydeck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"$file"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done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Tables</a:t>
            </a:r>
          </a:p>
        </p:txBody>
      </p:sp>
      <p:graphicFrame>
        <p:nvGraphicFramePr>
          <p:cNvPr id="5" name="Table 6"/>
          <p:cNvGraphicFramePr/>
          <p:nvPr/>
        </p:nvGraphicFramePr>
        <p:xfrm>
          <a:off xmlns:a="http://schemas.openxmlformats.org/drawingml/2006/main" x="640080" y="1646238"/>
          <a:ext xmlns:a="http://schemas.openxmlformats.org/drawingml/2006/main" cx="7863840" cy="256032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931920"/>
                <a:gridCol w="393192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Headings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Bold/Italic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Code Blocks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Tables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Lists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Links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Lists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Unordered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First item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Second item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Third item with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bold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text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Ordered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1.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Step one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2.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Step two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3.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Step three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Links and Formatting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Visit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638cd59dea8d4bcf"/>
              </a:rPr>
              <a:t>MarkMyDeck on GitHub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for more info.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This text has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bold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</a:t>
            </a:r>
            <a:r>
              <a:rPr lang="en-US" sz="1800" i="1" dirty="0">
                <a:solidFill>
                  <a:srgbClr val="2D2D2D"/>
                </a:solidFill>
                <a:latin typeface="Segoe UI"/>
              </a:rPr>
              <a:t>italic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and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inline code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formatting.</a:t>
            </a:r>
          </a:p>
          <a:p xmlns:a="http://schemas.openxmlformats.org/drawingml/2006/main">
            <a:pPr>
              <a:spcBef>
                <a:spcPts val="200"/>
              </a:spcBef>
            </a:pPr>
            <a:r>
              <a:rPr lang="en-US" sz="1800" i="1" dirty="0">
                <a:latin typeface="Segoe UI"/>
              </a:rPr>
              <a:t>    </a:t>
            </a:r>
            <a:r>
              <a:rPr lang="en-US" sz="1800" i="1" dirty="0">
                <a:solidFill>
                  <a:srgbClr val="2D2D2D"/>
                </a:solidFill>
                <a:latin typeface="Segoe UI"/>
              </a:rPr>
              <a:t>This is a block quote — great for callouts and notes.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Thank You!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Built with Markdig, DocumentFormat.OpenXml, and ColorCode.Core.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Images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Here's an embedded image:</a:t>
            </a:r>
          </a:p>
          <a:p xmlns:a="http://schemas.openxmlformats.org/drawingml/2006/main"/>
        </p:txBody>
      </p:sp>
      <p:pic>
        <p:nvPicPr>
          <p:cNvPr id="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787b925a74a2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0" y="2377758"/>
            <a:ext cx="7620000" cy="3810000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